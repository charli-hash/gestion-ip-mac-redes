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5" r:id="rId5"/>
    <p:sldId id="266" r:id="rId6"/>
    <p:sldId id="267" r:id="rId7"/>
    <p:sldId id="260" r:id="rId8"/>
    <p:sldId id="261" r:id="rId9"/>
    <p:sldId id="268" r:id="rId10"/>
    <p:sldId id="269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0D58E-2765-05C4-399E-7671CC393DF5}" v="294" dt="2025-11-25T02:38:10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2C2DB9-7530-486D-AA45-C47A1CB5CC7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6F34103-DEDA-4428-AB01-AC0724090509}">
      <dgm:prSet/>
      <dgm:spPr/>
      <dgm:t>
        <a:bodyPr/>
        <a:lstStyle/>
        <a:p>
          <a:r>
            <a:rPr lang="es-CL"/>
            <a:t>Pruebas realizadas:</a:t>
          </a:r>
          <a:endParaRPr lang="en-US"/>
        </a:p>
      </dgm:t>
    </dgm:pt>
    <dgm:pt modelId="{0D7B19F0-D419-4B72-902C-118D4FA2C4C4}" type="parTrans" cxnId="{BB02F468-6306-45FE-A5D4-2A0A8946481E}">
      <dgm:prSet/>
      <dgm:spPr/>
      <dgm:t>
        <a:bodyPr/>
        <a:lstStyle/>
        <a:p>
          <a:endParaRPr lang="en-US"/>
        </a:p>
      </dgm:t>
    </dgm:pt>
    <dgm:pt modelId="{A4CA3D66-21C6-41B7-99FD-2B0BA391FF6C}" type="sibTrans" cxnId="{BB02F468-6306-45FE-A5D4-2A0A8946481E}">
      <dgm:prSet/>
      <dgm:spPr/>
      <dgm:t>
        <a:bodyPr/>
        <a:lstStyle/>
        <a:p>
          <a:endParaRPr lang="en-US"/>
        </a:p>
      </dgm:t>
    </dgm:pt>
    <dgm:pt modelId="{907F1A83-5192-45C5-8BA6-02A50DE95B29}">
      <dgm:prSet/>
      <dgm:spPr/>
      <dgm:t>
        <a:bodyPr/>
        <a:lstStyle/>
        <a:p>
          <a:r>
            <a:rPr lang="es-CL"/>
            <a:t>ID    Módulo    Condición    Resultado    Estado</a:t>
          </a:r>
          <a:endParaRPr lang="en-US"/>
        </a:p>
      </dgm:t>
    </dgm:pt>
    <dgm:pt modelId="{9371D3E4-BBAE-40CD-BB59-FC9E7930AB82}" type="parTrans" cxnId="{78A24F49-BE0F-490D-AAE8-D617126DE4E6}">
      <dgm:prSet/>
      <dgm:spPr/>
      <dgm:t>
        <a:bodyPr/>
        <a:lstStyle/>
        <a:p>
          <a:endParaRPr lang="en-US"/>
        </a:p>
      </dgm:t>
    </dgm:pt>
    <dgm:pt modelId="{E1001BE7-4117-4755-AED7-76F8ADDF4CAD}" type="sibTrans" cxnId="{78A24F49-BE0F-490D-AAE8-D617126DE4E6}">
      <dgm:prSet/>
      <dgm:spPr/>
      <dgm:t>
        <a:bodyPr/>
        <a:lstStyle/>
        <a:p>
          <a:endParaRPr lang="en-US"/>
        </a:p>
      </dgm:t>
    </dgm:pt>
    <dgm:pt modelId="{0C5322F5-803A-48CE-9CF7-28DE6FE8CAA8}">
      <dgm:prSet/>
      <dgm:spPr/>
      <dgm:t>
        <a:bodyPr/>
        <a:lstStyle/>
        <a:p>
          <a:r>
            <a:rPr lang="es-CL"/>
            <a:t>P1    Dispositivo    Guardar equipo con IP válida    Registro exitoso     OK</a:t>
          </a:r>
          <a:endParaRPr lang="en-US"/>
        </a:p>
      </dgm:t>
    </dgm:pt>
    <dgm:pt modelId="{32EC59DA-6F35-422A-84F3-8AD48AB75D5F}" type="parTrans" cxnId="{3F971909-D020-4B88-ADF1-D29565894254}">
      <dgm:prSet/>
      <dgm:spPr/>
      <dgm:t>
        <a:bodyPr/>
        <a:lstStyle/>
        <a:p>
          <a:endParaRPr lang="en-US"/>
        </a:p>
      </dgm:t>
    </dgm:pt>
    <dgm:pt modelId="{4E59E35A-9A47-4800-A6C9-D1472008C384}" type="sibTrans" cxnId="{3F971909-D020-4B88-ADF1-D29565894254}">
      <dgm:prSet/>
      <dgm:spPr/>
      <dgm:t>
        <a:bodyPr/>
        <a:lstStyle/>
        <a:p>
          <a:endParaRPr lang="en-US"/>
        </a:p>
      </dgm:t>
    </dgm:pt>
    <dgm:pt modelId="{8DAD5E14-AC3D-443F-8AA8-BC047BE8DD0B}">
      <dgm:prSet/>
      <dgm:spPr/>
      <dgm:t>
        <a:bodyPr/>
        <a:lstStyle/>
        <a:p>
          <a:r>
            <a:rPr lang="es-CL"/>
            <a:t>P2    Dispositivo    MAC incompleta    Mensaje de error    ✅ OK</a:t>
          </a:r>
          <a:endParaRPr lang="en-US"/>
        </a:p>
      </dgm:t>
    </dgm:pt>
    <dgm:pt modelId="{DCDBA22D-80EB-4B35-B9F3-CAA61FD1BBC6}" type="parTrans" cxnId="{DD8973D4-9BB8-46B4-94CD-C4B4795A1D28}">
      <dgm:prSet/>
      <dgm:spPr/>
      <dgm:t>
        <a:bodyPr/>
        <a:lstStyle/>
        <a:p>
          <a:endParaRPr lang="en-US"/>
        </a:p>
      </dgm:t>
    </dgm:pt>
    <dgm:pt modelId="{4085BACC-94C0-40F0-ABBC-C9B2A1BFB2F8}" type="sibTrans" cxnId="{DD8973D4-9BB8-46B4-94CD-C4B4795A1D28}">
      <dgm:prSet/>
      <dgm:spPr/>
      <dgm:t>
        <a:bodyPr/>
        <a:lstStyle/>
        <a:p>
          <a:endParaRPr lang="en-US"/>
        </a:p>
      </dgm:t>
    </dgm:pt>
    <dgm:pt modelId="{39B4582B-A864-4B37-8CFF-C15A361A1F32}">
      <dgm:prSet/>
      <dgm:spPr/>
      <dgm:t>
        <a:bodyPr/>
        <a:lstStyle/>
        <a:p>
          <a:r>
            <a:rPr lang="es-CL"/>
            <a:t>P3    Pi-hole    Log no disponible    Error controlado    ✅ OK</a:t>
          </a:r>
          <a:endParaRPr lang="en-US"/>
        </a:p>
      </dgm:t>
    </dgm:pt>
    <dgm:pt modelId="{01525633-471E-46BC-B161-0DCD964FA63E}" type="parTrans" cxnId="{D4600D3D-F290-4D28-A977-2FFC71DFA529}">
      <dgm:prSet/>
      <dgm:spPr/>
      <dgm:t>
        <a:bodyPr/>
        <a:lstStyle/>
        <a:p>
          <a:endParaRPr lang="en-US"/>
        </a:p>
      </dgm:t>
    </dgm:pt>
    <dgm:pt modelId="{A53E7490-EF16-49AC-9A78-AE3BE6C47035}" type="sibTrans" cxnId="{D4600D3D-F290-4D28-A977-2FFC71DFA529}">
      <dgm:prSet/>
      <dgm:spPr/>
      <dgm:t>
        <a:bodyPr/>
        <a:lstStyle/>
        <a:p>
          <a:endParaRPr lang="en-US"/>
        </a:p>
      </dgm:t>
    </dgm:pt>
    <dgm:pt modelId="{5931075F-F606-4CFE-BF64-8120F4015789}">
      <dgm:prSet/>
      <dgm:spPr/>
      <dgm:t>
        <a:bodyPr/>
        <a:lstStyle/>
        <a:p>
          <a:r>
            <a:rPr lang="es-CL"/>
            <a:t>P4    Dashboard    Importación sin duplicados    Sin errores    ✅ OK</a:t>
          </a:r>
          <a:endParaRPr lang="en-US"/>
        </a:p>
      </dgm:t>
    </dgm:pt>
    <dgm:pt modelId="{F02EC9D3-329D-48D2-B10B-23B80BF1FB8F}" type="parTrans" cxnId="{8F7B64FC-AE38-4A75-AE96-917506D9EBAC}">
      <dgm:prSet/>
      <dgm:spPr/>
      <dgm:t>
        <a:bodyPr/>
        <a:lstStyle/>
        <a:p>
          <a:endParaRPr lang="en-US"/>
        </a:p>
      </dgm:t>
    </dgm:pt>
    <dgm:pt modelId="{31392BE9-4613-4CB5-AD40-AA4ACB84F819}" type="sibTrans" cxnId="{8F7B64FC-AE38-4A75-AE96-917506D9EBAC}">
      <dgm:prSet/>
      <dgm:spPr/>
      <dgm:t>
        <a:bodyPr/>
        <a:lstStyle/>
        <a:p>
          <a:endParaRPr lang="en-US"/>
        </a:p>
      </dgm:t>
    </dgm:pt>
    <dgm:pt modelId="{492F83E7-D717-4B70-9E11-1D7BF7E299CB}">
      <dgm:prSet/>
      <dgm:spPr/>
      <dgm:t>
        <a:bodyPr/>
        <a:lstStyle/>
        <a:p>
          <a:r>
            <a:rPr lang="es-CL"/>
            <a:t>P5    Roles    Bloqueo a lector    Acceso restringido    ✅ OK</a:t>
          </a:r>
          <a:endParaRPr lang="en-US"/>
        </a:p>
      </dgm:t>
    </dgm:pt>
    <dgm:pt modelId="{7B109EB8-1305-4F28-8C7E-2E3A992001A2}" type="parTrans" cxnId="{EDDFC186-698D-481D-93A9-B52597DDEE50}">
      <dgm:prSet/>
      <dgm:spPr/>
      <dgm:t>
        <a:bodyPr/>
        <a:lstStyle/>
        <a:p>
          <a:endParaRPr lang="en-US"/>
        </a:p>
      </dgm:t>
    </dgm:pt>
    <dgm:pt modelId="{18AF4CF4-19B0-4CA7-B952-BFA1575FA098}" type="sibTrans" cxnId="{EDDFC186-698D-481D-93A9-B52597DDEE50}">
      <dgm:prSet/>
      <dgm:spPr/>
      <dgm:t>
        <a:bodyPr/>
        <a:lstStyle/>
        <a:p>
          <a:endParaRPr lang="en-US"/>
        </a:p>
      </dgm:t>
    </dgm:pt>
    <dgm:pt modelId="{FF0BEAF7-02D1-42F1-AD43-4FF49A2DC4CB}" type="pres">
      <dgm:prSet presAssocID="{172C2DB9-7530-486D-AA45-C47A1CB5CC72}" presName="linear" presStyleCnt="0">
        <dgm:presLayoutVars>
          <dgm:animLvl val="lvl"/>
          <dgm:resizeHandles val="exact"/>
        </dgm:presLayoutVars>
      </dgm:prSet>
      <dgm:spPr/>
    </dgm:pt>
    <dgm:pt modelId="{1E523E55-0611-4155-8415-72ECFF28BBA2}" type="pres">
      <dgm:prSet presAssocID="{96F34103-DEDA-4428-AB01-AC072409050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BBD9DBE-8BFF-47C5-8D79-B01AFD52AFF7}" type="pres">
      <dgm:prSet presAssocID="{A4CA3D66-21C6-41B7-99FD-2B0BA391FF6C}" presName="spacer" presStyleCnt="0"/>
      <dgm:spPr/>
    </dgm:pt>
    <dgm:pt modelId="{3724814D-B3BC-4970-A517-C72F7763109B}" type="pres">
      <dgm:prSet presAssocID="{907F1A83-5192-45C5-8BA6-02A50DE95B2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48FED30-6721-4683-BA3C-D3E8BEF064C4}" type="pres">
      <dgm:prSet presAssocID="{E1001BE7-4117-4755-AED7-76F8ADDF4CAD}" presName="spacer" presStyleCnt="0"/>
      <dgm:spPr/>
    </dgm:pt>
    <dgm:pt modelId="{CC85FE1F-926B-442D-8117-509A1A6AF5C6}" type="pres">
      <dgm:prSet presAssocID="{0C5322F5-803A-48CE-9CF7-28DE6FE8CAA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D395DE2-3FCA-46E6-970E-BE52A0DD489E}" type="pres">
      <dgm:prSet presAssocID="{4E59E35A-9A47-4800-A6C9-D1472008C384}" presName="spacer" presStyleCnt="0"/>
      <dgm:spPr/>
    </dgm:pt>
    <dgm:pt modelId="{6C087EA8-59EC-431C-B697-AE6832358169}" type="pres">
      <dgm:prSet presAssocID="{8DAD5E14-AC3D-443F-8AA8-BC047BE8DD0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B39B8EA-ADE8-42B2-8994-DEE87C53EFDB}" type="pres">
      <dgm:prSet presAssocID="{4085BACC-94C0-40F0-ABBC-C9B2A1BFB2F8}" presName="spacer" presStyleCnt="0"/>
      <dgm:spPr/>
    </dgm:pt>
    <dgm:pt modelId="{F3642A23-FD00-4040-9C98-E609044BFA0A}" type="pres">
      <dgm:prSet presAssocID="{39B4582B-A864-4B37-8CFF-C15A361A1F32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FFF704F5-4062-496F-965C-4D2DCE5CE38B}" type="pres">
      <dgm:prSet presAssocID="{A53E7490-EF16-49AC-9A78-AE3BE6C47035}" presName="spacer" presStyleCnt="0"/>
      <dgm:spPr/>
    </dgm:pt>
    <dgm:pt modelId="{D733B5C0-E3CD-48BD-8C9E-528B1464F2D6}" type="pres">
      <dgm:prSet presAssocID="{5931075F-F606-4CFE-BF64-8120F401578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A8E7079-3391-46AE-95C6-6E0F2C01B893}" type="pres">
      <dgm:prSet presAssocID="{31392BE9-4613-4CB5-AD40-AA4ACB84F819}" presName="spacer" presStyleCnt="0"/>
      <dgm:spPr/>
    </dgm:pt>
    <dgm:pt modelId="{93ABC19D-04A7-40B4-BF36-CE222408B65C}" type="pres">
      <dgm:prSet presAssocID="{492F83E7-D717-4B70-9E11-1D7BF7E299C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F971909-D020-4B88-ADF1-D29565894254}" srcId="{172C2DB9-7530-486D-AA45-C47A1CB5CC72}" destId="{0C5322F5-803A-48CE-9CF7-28DE6FE8CAA8}" srcOrd="2" destOrd="0" parTransId="{32EC59DA-6F35-422A-84F3-8AD48AB75D5F}" sibTransId="{4E59E35A-9A47-4800-A6C9-D1472008C384}"/>
    <dgm:cxn modelId="{ADD21115-0382-428D-B9E4-A6429993CD29}" type="presOf" srcId="{492F83E7-D717-4B70-9E11-1D7BF7E299CB}" destId="{93ABC19D-04A7-40B4-BF36-CE222408B65C}" srcOrd="0" destOrd="0" presId="urn:microsoft.com/office/officeart/2005/8/layout/vList2"/>
    <dgm:cxn modelId="{4355EF2D-DB38-48CA-A58A-E74693A10EC2}" type="presOf" srcId="{96F34103-DEDA-4428-AB01-AC0724090509}" destId="{1E523E55-0611-4155-8415-72ECFF28BBA2}" srcOrd="0" destOrd="0" presId="urn:microsoft.com/office/officeart/2005/8/layout/vList2"/>
    <dgm:cxn modelId="{D4600D3D-F290-4D28-A977-2FFC71DFA529}" srcId="{172C2DB9-7530-486D-AA45-C47A1CB5CC72}" destId="{39B4582B-A864-4B37-8CFF-C15A361A1F32}" srcOrd="4" destOrd="0" parTransId="{01525633-471E-46BC-B161-0DCD964FA63E}" sibTransId="{A53E7490-EF16-49AC-9A78-AE3BE6C47035}"/>
    <dgm:cxn modelId="{2FC76647-52C9-40A6-8EE1-77AB0496C664}" type="presOf" srcId="{8DAD5E14-AC3D-443F-8AA8-BC047BE8DD0B}" destId="{6C087EA8-59EC-431C-B697-AE6832358169}" srcOrd="0" destOrd="0" presId="urn:microsoft.com/office/officeart/2005/8/layout/vList2"/>
    <dgm:cxn modelId="{BB02F468-6306-45FE-A5D4-2A0A8946481E}" srcId="{172C2DB9-7530-486D-AA45-C47A1CB5CC72}" destId="{96F34103-DEDA-4428-AB01-AC0724090509}" srcOrd="0" destOrd="0" parTransId="{0D7B19F0-D419-4B72-902C-118D4FA2C4C4}" sibTransId="{A4CA3D66-21C6-41B7-99FD-2B0BA391FF6C}"/>
    <dgm:cxn modelId="{78A24F49-BE0F-490D-AAE8-D617126DE4E6}" srcId="{172C2DB9-7530-486D-AA45-C47A1CB5CC72}" destId="{907F1A83-5192-45C5-8BA6-02A50DE95B29}" srcOrd="1" destOrd="0" parTransId="{9371D3E4-BBAE-40CD-BB59-FC9E7930AB82}" sibTransId="{E1001BE7-4117-4755-AED7-76F8ADDF4CAD}"/>
    <dgm:cxn modelId="{0BA55949-EBE1-42A4-808A-E255702F0A3A}" type="presOf" srcId="{39B4582B-A864-4B37-8CFF-C15A361A1F32}" destId="{F3642A23-FD00-4040-9C98-E609044BFA0A}" srcOrd="0" destOrd="0" presId="urn:microsoft.com/office/officeart/2005/8/layout/vList2"/>
    <dgm:cxn modelId="{EDDFC186-698D-481D-93A9-B52597DDEE50}" srcId="{172C2DB9-7530-486D-AA45-C47A1CB5CC72}" destId="{492F83E7-D717-4B70-9E11-1D7BF7E299CB}" srcOrd="6" destOrd="0" parTransId="{7B109EB8-1305-4F28-8C7E-2E3A992001A2}" sibTransId="{18AF4CF4-19B0-4CA7-B952-BFA1575FA098}"/>
    <dgm:cxn modelId="{CB420AB5-F51C-4641-BC37-3B4F798C5FA1}" type="presOf" srcId="{0C5322F5-803A-48CE-9CF7-28DE6FE8CAA8}" destId="{CC85FE1F-926B-442D-8117-509A1A6AF5C6}" srcOrd="0" destOrd="0" presId="urn:microsoft.com/office/officeart/2005/8/layout/vList2"/>
    <dgm:cxn modelId="{8A5C16BA-6B08-47E8-ACA8-4177BFBC95DD}" type="presOf" srcId="{5931075F-F606-4CFE-BF64-8120F4015789}" destId="{D733B5C0-E3CD-48BD-8C9E-528B1464F2D6}" srcOrd="0" destOrd="0" presId="urn:microsoft.com/office/officeart/2005/8/layout/vList2"/>
    <dgm:cxn modelId="{DAA5CEBA-5FA7-43DA-8708-193E0AFCDC06}" type="presOf" srcId="{172C2DB9-7530-486D-AA45-C47A1CB5CC72}" destId="{FF0BEAF7-02D1-42F1-AD43-4FF49A2DC4CB}" srcOrd="0" destOrd="0" presId="urn:microsoft.com/office/officeart/2005/8/layout/vList2"/>
    <dgm:cxn modelId="{DD8973D4-9BB8-46B4-94CD-C4B4795A1D28}" srcId="{172C2DB9-7530-486D-AA45-C47A1CB5CC72}" destId="{8DAD5E14-AC3D-443F-8AA8-BC047BE8DD0B}" srcOrd="3" destOrd="0" parTransId="{DCDBA22D-80EB-4B35-B9F3-CAA61FD1BBC6}" sibTransId="{4085BACC-94C0-40F0-ABBC-C9B2A1BFB2F8}"/>
    <dgm:cxn modelId="{BC35A9F9-AE84-4557-ACDA-51F2BDAA7050}" type="presOf" srcId="{907F1A83-5192-45C5-8BA6-02A50DE95B29}" destId="{3724814D-B3BC-4970-A517-C72F7763109B}" srcOrd="0" destOrd="0" presId="urn:microsoft.com/office/officeart/2005/8/layout/vList2"/>
    <dgm:cxn modelId="{8F7B64FC-AE38-4A75-AE96-917506D9EBAC}" srcId="{172C2DB9-7530-486D-AA45-C47A1CB5CC72}" destId="{5931075F-F606-4CFE-BF64-8120F4015789}" srcOrd="5" destOrd="0" parTransId="{F02EC9D3-329D-48D2-B10B-23B80BF1FB8F}" sibTransId="{31392BE9-4613-4CB5-AD40-AA4ACB84F819}"/>
    <dgm:cxn modelId="{C0FF0432-3662-4B31-ACF4-C6C72D644093}" type="presParOf" srcId="{FF0BEAF7-02D1-42F1-AD43-4FF49A2DC4CB}" destId="{1E523E55-0611-4155-8415-72ECFF28BBA2}" srcOrd="0" destOrd="0" presId="urn:microsoft.com/office/officeart/2005/8/layout/vList2"/>
    <dgm:cxn modelId="{CCC5E7AD-141E-4886-98C5-8B9DC1DAB057}" type="presParOf" srcId="{FF0BEAF7-02D1-42F1-AD43-4FF49A2DC4CB}" destId="{DBBD9DBE-8BFF-47C5-8D79-B01AFD52AFF7}" srcOrd="1" destOrd="0" presId="urn:microsoft.com/office/officeart/2005/8/layout/vList2"/>
    <dgm:cxn modelId="{CEF65528-5438-4FBE-97B2-E24832273569}" type="presParOf" srcId="{FF0BEAF7-02D1-42F1-AD43-4FF49A2DC4CB}" destId="{3724814D-B3BC-4970-A517-C72F7763109B}" srcOrd="2" destOrd="0" presId="urn:microsoft.com/office/officeart/2005/8/layout/vList2"/>
    <dgm:cxn modelId="{3A892899-AEB3-46C0-812A-2A3E7EC439B1}" type="presParOf" srcId="{FF0BEAF7-02D1-42F1-AD43-4FF49A2DC4CB}" destId="{E48FED30-6721-4683-BA3C-D3E8BEF064C4}" srcOrd="3" destOrd="0" presId="urn:microsoft.com/office/officeart/2005/8/layout/vList2"/>
    <dgm:cxn modelId="{5301BE62-0A62-466F-A2F1-F74227C6193D}" type="presParOf" srcId="{FF0BEAF7-02D1-42F1-AD43-4FF49A2DC4CB}" destId="{CC85FE1F-926B-442D-8117-509A1A6AF5C6}" srcOrd="4" destOrd="0" presId="urn:microsoft.com/office/officeart/2005/8/layout/vList2"/>
    <dgm:cxn modelId="{EB92596C-CA59-4C7C-8F11-7733B934663C}" type="presParOf" srcId="{FF0BEAF7-02D1-42F1-AD43-4FF49A2DC4CB}" destId="{5D395DE2-3FCA-46E6-970E-BE52A0DD489E}" srcOrd="5" destOrd="0" presId="urn:microsoft.com/office/officeart/2005/8/layout/vList2"/>
    <dgm:cxn modelId="{EF34A12B-5803-41A8-9D0F-6E21616825F2}" type="presParOf" srcId="{FF0BEAF7-02D1-42F1-AD43-4FF49A2DC4CB}" destId="{6C087EA8-59EC-431C-B697-AE6832358169}" srcOrd="6" destOrd="0" presId="urn:microsoft.com/office/officeart/2005/8/layout/vList2"/>
    <dgm:cxn modelId="{CBF20211-5A27-4235-AAFD-1D9AC215D266}" type="presParOf" srcId="{FF0BEAF7-02D1-42F1-AD43-4FF49A2DC4CB}" destId="{8B39B8EA-ADE8-42B2-8994-DEE87C53EFDB}" srcOrd="7" destOrd="0" presId="urn:microsoft.com/office/officeart/2005/8/layout/vList2"/>
    <dgm:cxn modelId="{48B11D8D-EDED-44DC-A5C1-5CD09F40C0E5}" type="presParOf" srcId="{FF0BEAF7-02D1-42F1-AD43-4FF49A2DC4CB}" destId="{F3642A23-FD00-4040-9C98-E609044BFA0A}" srcOrd="8" destOrd="0" presId="urn:microsoft.com/office/officeart/2005/8/layout/vList2"/>
    <dgm:cxn modelId="{D3103C82-8697-430B-B874-0722ADBB8FF6}" type="presParOf" srcId="{FF0BEAF7-02D1-42F1-AD43-4FF49A2DC4CB}" destId="{FFF704F5-4062-496F-965C-4D2DCE5CE38B}" srcOrd="9" destOrd="0" presId="urn:microsoft.com/office/officeart/2005/8/layout/vList2"/>
    <dgm:cxn modelId="{1051D80E-E3E3-452B-A85B-626538967EE8}" type="presParOf" srcId="{FF0BEAF7-02D1-42F1-AD43-4FF49A2DC4CB}" destId="{D733B5C0-E3CD-48BD-8C9E-528B1464F2D6}" srcOrd="10" destOrd="0" presId="urn:microsoft.com/office/officeart/2005/8/layout/vList2"/>
    <dgm:cxn modelId="{BA959BBB-E19D-4808-8256-A73C5095F9C0}" type="presParOf" srcId="{FF0BEAF7-02D1-42F1-AD43-4FF49A2DC4CB}" destId="{DA8E7079-3391-46AE-95C6-6E0F2C01B893}" srcOrd="11" destOrd="0" presId="urn:microsoft.com/office/officeart/2005/8/layout/vList2"/>
    <dgm:cxn modelId="{8129256B-F4D7-41AE-9720-A4D98DFC1BF1}" type="presParOf" srcId="{FF0BEAF7-02D1-42F1-AD43-4FF49A2DC4CB}" destId="{93ABC19D-04A7-40B4-BF36-CE222408B65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23E55-0611-4155-8415-72ECFF28BBA2}">
      <dsp:nvSpPr>
        <dsp:cNvPr id="0" name=""/>
        <dsp:cNvSpPr/>
      </dsp:nvSpPr>
      <dsp:spPr>
        <a:xfrm>
          <a:off x="0" y="364371"/>
          <a:ext cx="6002110" cy="39158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Pruebas realizadas:</a:t>
          </a:r>
          <a:endParaRPr lang="en-US" sz="1500" kern="1200"/>
        </a:p>
      </dsp:txBody>
      <dsp:txXfrm>
        <a:off x="19116" y="383487"/>
        <a:ext cx="5963878" cy="353352"/>
      </dsp:txXfrm>
    </dsp:sp>
    <dsp:sp modelId="{3724814D-B3BC-4970-A517-C72F7763109B}">
      <dsp:nvSpPr>
        <dsp:cNvPr id="0" name=""/>
        <dsp:cNvSpPr/>
      </dsp:nvSpPr>
      <dsp:spPr>
        <a:xfrm>
          <a:off x="0" y="799156"/>
          <a:ext cx="6002110" cy="391584"/>
        </a:xfrm>
        <a:prstGeom prst="round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ID    Módulo    Condición    Resultado    Estado</a:t>
          </a:r>
          <a:endParaRPr lang="en-US" sz="1500" kern="1200"/>
        </a:p>
      </dsp:txBody>
      <dsp:txXfrm>
        <a:off x="19116" y="818272"/>
        <a:ext cx="5963878" cy="353352"/>
      </dsp:txXfrm>
    </dsp:sp>
    <dsp:sp modelId="{CC85FE1F-926B-442D-8117-509A1A6AF5C6}">
      <dsp:nvSpPr>
        <dsp:cNvPr id="0" name=""/>
        <dsp:cNvSpPr/>
      </dsp:nvSpPr>
      <dsp:spPr>
        <a:xfrm>
          <a:off x="0" y="1233940"/>
          <a:ext cx="6002110" cy="391584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P1    Dispositivo    Guardar equipo con IP válida    Registro exitoso     OK</a:t>
          </a:r>
          <a:endParaRPr lang="en-US" sz="1500" kern="1200"/>
        </a:p>
      </dsp:txBody>
      <dsp:txXfrm>
        <a:off x="19116" y="1253056"/>
        <a:ext cx="5963878" cy="353352"/>
      </dsp:txXfrm>
    </dsp:sp>
    <dsp:sp modelId="{6C087EA8-59EC-431C-B697-AE6832358169}">
      <dsp:nvSpPr>
        <dsp:cNvPr id="0" name=""/>
        <dsp:cNvSpPr/>
      </dsp:nvSpPr>
      <dsp:spPr>
        <a:xfrm>
          <a:off x="0" y="1668724"/>
          <a:ext cx="6002110" cy="391584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P2    Dispositivo    MAC incompleta    Mensaje de error    ✅ OK</a:t>
          </a:r>
          <a:endParaRPr lang="en-US" sz="1500" kern="1200"/>
        </a:p>
      </dsp:txBody>
      <dsp:txXfrm>
        <a:off x="19116" y="1687840"/>
        <a:ext cx="5963878" cy="353352"/>
      </dsp:txXfrm>
    </dsp:sp>
    <dsp:sp modelId="{F3642A23-FD00-4040-9C98-E609044BFA0A}">
      <dsp:nvSpPr>
        <dsp:cNvPr id="0" name=""/>
        <dsp:cNvSpPr/>
      </dsp:nvSpPr>
      <dsp:spPr>
        <a:xfrm>
          <a:off x="0" y="2103509"/>
          <a:ext cx="6002110" cy="391584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P3    Pi-hole    Log no disponible    Error controlado    ✅ OK</a:t>
          </a:r>
          <a:endParaRPr lang="en-US" sz="1500" kern="1200"/>
        </a:p>
      </dsp:txBody>
      <dsp:txXfrm>
        <a:off x="19116" y="2122625"/>
        <a:ext cx="5963878" cy="353352"/>
      </dsp:txXfrm>
    </dsp:sp>
    <dsp:sp modelId="{D733B5C0-E3CD-48BD-8C9E-528B1464F2D6}">
      <dsp:nvSpPr>
        <dsp:cNvPr id="0" name=""/>
        <dsp:cNvSpPr/>
      </dsp:nvSpPr>
      <dsp:spPr>
        <a:xfrm>
          <a:off x="0" y="2538293"/>
          <a:ext cx="6002110" cy="391584"/>
        </a:xfrm>
        <a:prstGeom prst="round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P4    Dashboard    Importación sin duplicados    Sin errores    ✅ OK</a:t>
          </a:r>
          <a:endParaRPr lang="en-US" sz="1500" kern="1200"/>
        </a:p>
      </dsp:txBody>
      <dsp:txXfrm>
        <a:off x="19116" y="2557409"/>
        <a:ext cx="5963878" cy="353352"/>
      </dsp:txXfrm>
    </dsp:sp>
    <dsp:sp modelId="{93ABC19D-04A7-40B4-BF36-CE222408B65C}">
      <dsp:nvSpPr>
        <dsp:cNvPr id="0" name=""/>
        <dsp:cNvSpPr/>
      </dsp:nvSpPr>
      <dsp:spPr>
        <a:xfrm>
          <a:off x="0" y="2973077"/>
          <a:ext cx="6002110" cy="391584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P5    Roles    Bloqueo a lector    Acceso restringido    ✅ OK</a:t>
          </a:r>
          <a:endParaRPr lang="en-US" sz="1500" kern="1200"/>
        </a:p>
      </dsp:txBody>
      <dsp:txXfrm>
        <a:off x="19116" y="2992193"/>
        <a:ext cx="5963878" cy="3533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4"/>
            <a:ext cx="7531005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</a:t>
            </a:r>
            <a:br>
              <a:rPr lang="es-ES"/>
            </a:br>
            <a:r>
              <a:rPr lang="es-ES"/>
              <a:t>PRESENTACIÓN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0" y="5423227"/>
            <a:ext cx="7531005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Fecha</a:t>
            </a:r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0" y="4114810"/>
            <a:ext cx="7531005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/>
              <a:t>Área que presenta</a:t>
            </a:r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827613"/>
            <a:ext cx="1968619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7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8FDDA-8140-4E23-9A8B-C8DBBABD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rial"/>
                <a:cs typeface="Arial"/>
              </a:rPr>
              <a:t>Avance 2 – Sistema de Gestión de IP y MAC con Nmap y Pi-hole</a:t>
            </a:r>
          </a:p>
          <a:p>
            <a:endParaRPr lang="en-US" noProof="1">
              <a:latin typeface="Arial"/>
              <a:cs typeface="Arial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B00BC0CF-B17D-4A50-ABE9-4484FAE47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>
                <a:latin typeface="Arial"/>
                <a:cs typeface="Arial"/>
              </a:rPr>
              <a:t>Fecha: 24-11-2025</a:t>
            </a:r>
            <a:endParaRPr lang="es-CL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4A6EDC5-665D-4C54-9434-DB56AD78E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s-CL" sz="1200" b="1" noProof="1">
                <a:latin typeface="Arial"/>
                <a:cs typeface="Arial"/>
              </a:rPr>
              <a:t>Autor:</a:t>
            </a:r>
            <a:r>
              <a:rPr lang="es-CL" sz="1200" noProof="1">
                <a:latin typeface="Arial"/>
                <a:cs typeface="Arial"/>
              </a:rPr>
              <a:t> Charlie Bailey Moya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Carrera:</a:t>
            </a:r>
            <a:r>
              <a:rPr lang="es-CL" sz="1200" noProof="1">
                <a:latin typeface="Arial"/>
                <a:cs typeface="Arial"/>
              </a:rPr>
              <a:t> Programación y Análisis de Sistemas — AIEP Concepción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Profesor Guía:</a:t>
            </a:r>
            <a:r>
              <a:rPr lang="es-CL" sz="1200" noProof="1">
                <a:latin typeface="Arial"/>
                <a:cs typeface="Arial"/>
              </a:rPr>
              <a:t> Víctor Valderrama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Año:</a:t>
            </a:r>
            <a:r>
              <a:rPr lang="es-CL" sz="1200" noProof="1">
                <a:latin typeface="Arial"/>
                <a:cs typeface="Arial"/>
              </a:rPr>
              <a:t> 2025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5598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4C344B-C4F5-9A8E-940B-C0DAB2049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Arial"/>
                <a:cs typeface="Arial"/>
              </a:rPr>
              <a:t>Objetivo principal: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A357C-5614-630E-F7D4-8027AFF35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s-419" sz="1800">
              <a:ea typeface="+mn-lt"/>
              <a:cs typeface="+mn-lt"/>
            </a:endParaRPr>
          </a:p>
          <a:p>
            <a:r>
              <a:rPr lang="es-419" sz="1800" dirty="0">
                <a:latin typeface="Arial"/>
                <a:ea typeface="+mn-lt"/>
                <a:cs typeface="+mn-lt"/>
              </a:rPr>
              <a:t>Desarrollar un prototipo funcional completo del sistema de gestión de red, integrando detección automática de dispositivos (</a:t>
            </a:r>
            <a:r>
              <a:rPr lang="es-419" sz="1800" err="1">
                <a:latin typeface="Arial"/>
                <a:ea typeface="+mn-lt"/>
                <a:cs typeface="+mn-lt"/>
              </a:rPr>
              <a:t>Nmap</a:t>
            </a:r>
            <a:r>
              <a:rPr lang="es-419" sz="1800" dirty="0">
                <a:latin typeface="Arial"/>
                <a:ea typeface="+mn-lt"/>
                <a:cs typeface="+mn-lt"/>
              </a:rPr>
              <a:t>), análisis de tráfico DNS (Pi-hole) y control por roles.</a:t>
            </a:r>
            <a:endParaRPr lang="es-419" sz="1800" dirty="0">
              <a:latin typeface="Arial"/>
              <a:cs typeface="Arial"/>
            </a:endParaRPr>
          </a:p>
          <a:p>
            <a:endParaRPr lang="es-419" sz="1800">
              <a:latin typeface="Arial"/>
              <a:cs typeface="Arial"/>
            </a:endParaRPr>
          </a:p>
          <a:p>
            <a:r>
              <a:rPr lang="es-419" sz="1800" dirty="0">
                <a:latin typeface="Arial"/>
                <a:ea typeface="+mn-lt"/>
                <a:cs typeface="+mn-lt"/>
              </a:rPr>
              <a:t>En este avance se logró:</a:t>
            </a:r>
            <a:endParaRPr lang="es-419" sz="1800" dirty="0">
              <a:latin typeface="Arial"/>
              <a:cs typeface="Arial"/>
            </a:endParaRPr>
          </a:p>
          <a:p>
            <a:endParaRPr lang="es-419" sz="1800">
              <a:latin typeface="Arial"/>
              <a:cs typeface="Arial"/>
            </a:endParaRPr>
          </a:p>
          <a:p>
            <a:r>
              <a:rPr lang="es-419" sz="1800" dirty="0">
                <a:latin typeface="Arial"/>
                <a:ea typeface="+mn-lt"/>
                <a:cs typeface="+mn-lt"/>
              </a:rPr>
              <a:t>Conexión a base de datos gestion_ip_mac_v2</a:t>
            </a:r>
            <a:endParaRPr lang="es-419" sz="1800" dirty="0">
              <a:latin typeface="Arial"/>
              <a:cs typeface="Arial"/>
            </a:endParaRPr>
          </a:p>
          <a:p>
            <a:endParaRPr lang="es-419" sz="1800">
              <a:latin typeface="Arial"/>
              <a:cs typeface="Arial"/>
            </a:endParaRPr>
          </a:p>
          <a:p>
            <a:r>
              <a:rPr lang="es-419" sz="1800" dirty="0">
                <a:latin typeface="Arial"/>
                <a:ea typeface="+mn-lt"/>
                <a:cs typeface="+mn-lt"/>
              </a:rPr>
              <a:t>Implementación del modelo MVC</a:t>
            </a:r>
            <a:endParaRPr lang="es-419" sz="1800" dirty="0">
              <a:latin typeface="Arial"/>
              <a:cs typeface="Arial"/>
            </a:endParaRPr>
          </a:p>
          <a:p>
            <a:endParaRPr lang="es-419" sz="1800">
              <a:latin typeface="Arial"/>
              <a:cs typeface="Arial"/>
            </a:endParaRPr>
          </a:p>
          <a:p>
            <a:r>
              <a:rPr lang="es-419" sz="1800" dirty="0">
                <a:latin typeface="Arial"/>
                <a:ea typeface="+mn-lt"/>
                <a:cs typeface="+mn-lt"/>
              </a:rPr>
              <a:t>Validaciones, autenticación y control de acceso</a:t>
            </a:r>
            <a:endParaRPr lang="es-419" sz="1800" dirty="0">
              <a:latin typeface="Arial"/>
              <a:cs typeface="Arial"/>
            </a:endParaRPr>
          </a:p>
          <a:p>
            <a:endParaRPr lang="es-419" sz="1800">
              <a:latin typeface="Arial"/>
              <a:cs typeface="Arial"/>
            </a:endParaRPr>
          </a:p>
          <a:p>
            <a:r>
              <a:rPr lang="es-419" sz="1800" dirty="0">
                <a:latin typeface="Arial"/>
                <a:ea typeface="+mn-lt"/>
                <a:cs typeface="+mn-lt"/>
              </a:rPr>
              <a:t>Integración total de los módulos principales</a:t>
            </a:r>
            <a:endParaRPr lang="es-419" sz="18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24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6DA5F-651C-7E6A-3090-60510C742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100" b="1">
                <a:solidFill>
                  <a:srgbClr val="FFFFFF"/>
                </a:solidFill>
                <a:latin typeface="Arial"/>
                <a:cs typeface="Arial"/>
              </a:rPr>
              <a:t>Módulos implementados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DE519-F870-1FE7-1623-5188F182B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CL" sz="2000" dirty="0">
                <a:latin typeface="Arial"/>
                <a:ea typeface="+mn-lt"/>
                <a:cs typeface="+mn-lt"/>
              </a:rPr>
              <a:t> 1. Login y Roles de Usuario</a:t>
            </a:r>
            <a:endParaRPr lang="es-CL" sz="2000" dirty="0">
              <a:latin typeface="Arial"/>
              <a:cs typeface="Arial"/>
            </a:endParaRPr>
          </a:p>
          <a:p>
            <a:r>
              <a:rPr lang="es-CL" sz="2000" dirty="0">
                <a:latin typeface="Arial"/>
                <a:ea typeface="+mn-lt"/>
                <a:cs typeface="+mn-lt"/>
              </a:rPr>
              <a:t>Controla permisos (lector, operador, administrador).</a:t>
            </a:r>
            <a:endParaRPr lang="es-CL" sz="2000" dirty="0">
              <a:latin typeface="Arial"/>
              <a:cs typeface="Arial"/>
            </a:endParaRPr>
          </a:p>
          <a:p>
            <a:endParaRPr lang="es-CL" sz="2000">
              <a:latin typeface="Arial"/>
              <a:cs typeface="Arial"/>
            </a:endParaRPr>
          </a:p>
          <a:p>
            <a:r>
              <a:rPr lang="es-CL" sz="2000" dirty="0">
                <a:latin typeface="Arial"/>
                <a:ea typeface="+mn-lt"/>
                <a:cs typeface="+mn-lt"/>
              </a:rPr>
              <a:t>2. Dashboard General</a:t>
            </a:r>
            <a:endParaRPr lang="es-CL" sz="2000" dirty="0">
              <a:latin typeface="Arial"/>
              <a:cs typeface="Arial"/>
            </a:endParaRPr>
          </a:p>
          <a:p>
            <a:r>
              <a:rPr lang="es-CL" sz="2000" dirty="0">
                <a:latin typeface="Arial"/>
                <a:ea typeface="+mn-lt"/>
                <a:cs typeface="+mn-lt"/>
              </a:rPr>
              <a:t>Muestras métricas de red y DNS en tiempo real.</a:t>
            </a:r>
            <a:endParaRPr lang="es-CL" sz="2000" dirty="0">
              <a:latin typeface="Arial"/>
              <a:cs typeface="Arial"/>
            </a:endParaRPr>
          </a:p>
          <a:p>
            <a:endParaRPr lang="es-CL" sz="2000">
              <a:latin typeface="Arial"/>
              <a:cs typeface="Arial"/>
            </a:endParaRPr>
          </a:p>
          <a:p>
            <a:r>
              <a:rPr lang="es-CL" sz="2000" dirty="0">
                <a:latin typeface="Arial"/>
                <a:ea typeface="+mn-lt"/>
                <a:cs typeface="+mn-lt"/>
              </a:rPr>
              <a:t>3. Escaneo de Red (Nmap)</a:t>
            </a:r>
            <a:endParaRPr lang="es-CL" sz="2000" dirty="0">
              <a:latin typeface="Arial"/>
              <a:cs typeface="Arial"/>
            </a:endParaRPr>
          </a:p>
          <a:p>
            <a:r>
              <a:rPr lang="es-CL" sz="2000" dirty="0">
                <a:latin typeface="Arial"/>
                <a:ea typeface="+mn-lt"/>
                <a:cs typeface="+mn-lt"/>
              </a:rPr>
              <a:t>Detecta IP, MAC y nombre de host automáticamente.</a:t>
            </a:r>
            <a:endParaRPr lang="es-CL" sz="2000" dirty="0">
              <a:latin typeface="Arial"/>
              <a:cs typeface="Arial"/>
            </a:endParaRPr>
          </a:p>
          <a:p>
            <a:endParaRPr lang="es-CL" sz="2000">
              <a:latin typeface="Arial"/>
              <a:cs typeface="Arial"/>
            </a:endParaRPr>
          </a:p>
          <a:p>
            <a:r>
              <a:rPr lang="es-CL" sz="2000" dirty="0">
                <a:latin typeface="Arial"/>
                <a:ea typeface="+mn-lt"/>
                <a:cs typeface="+mn-lt"/>
              </a:rPr>
              <a:t>4. Importación DNS (Pi-hole)</a:t>
            </a:r>
            <a:endParaRPr lang="es-CL" sz="2000" dirty="0">
              <a:latin typeface="Arial"/>
              <a:cs typeface="Arial"/>
            </a:endParaRPr>
          </a:p>
          <a:p>
            <a:r>
              <a:rPr lang="es-CL" sz="2000" dirty="0">
                <a:latin typeface="Arial"/>
                <a:ea typeface="+mn-lt"/>
                <a:cs typeface="+mn-lt"/>
              </a:rPr>
              <a:t>Lee pihole.log, registra dominios y tipos de consulta.</a:t>
            </a:r>
            <a:endParaRPr lang="es-CL" sz="2000" dirty="0">
              <a:latin typeface="Arial"/>
              <a:cs typeface="Arial"/>
            </a:endParaRPr>
          </a:p>
          <a:p>
            <a:endParaRPr lang="es-CL" sz="2000">
              <a:latin typeface="Arial"/>
              <a:cs typeface="Arial"/>
            </a:endParaRPr>
          </a:p>
          <a:p>
            <a:r>
              <a:rPr lang="es-CL" sz="2000" dirty="0">
                <a:latin typeface="Arial"/>
                <a:ea typeface="+mn-lt"/>
                <a:cs typeface="+mn-lt"/>
              </a:rPr>
              <a:t>5. Gestión de Dispositivos (CRUD)</a:t>
            </a:r>
            <a:endParaRPr lang="es-CL" sz="2000" dirty="0">
              <a:latin typeface="Arial"/>
              <a:cs typeface="Arial"/>
            </a:endParaRPr>
          </a:p>
          <a:p>
            <a:r>
              <a:rPr lang="es-CL" sz="2000" dirty="0">
                <a:latin typeface="Arial"/>
                <a:ea typeface="+mn-lt"/>
                <a:cs typeface="+mn-lt"/>
              </a:rPr>
              <a:t>Alta, edición y eliminación con validación de MAC.</a:t>
            </a:r>
            <a:endParaRPr lang="es-CL" sz="20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5108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D53B-7318-BCD9-7338-0DF6591F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198"/>
            <a:ext cx="10515600" cy="743222"/>
          </a:xfrm>
        </p:spPr>
        <p:txBody>
          <a:bodyPr>
            <a:normAutofit fontScale="90000"/>
          </a:bodyPr>
          <a:lstStyle/>
          <a:p>
            <a:pPr>
              <a:spcBef>
                <a:spcPts val="1000"/>
              </a:spcBef>
            </a:pPr>
            <a:br>
              <a:rPr lang="es-CL" sz="2200" dirty="0">
                <a:latin typeface="Arial"/>
                <a:cs typeface="Arial"/>
              </a:rPr>
            </a:br>
            <a:br>
              <a:rPr lang="es-CL" sz="2200" dirty="0">
                <a:latin typeface="Arial"/>
                <a:cs typeface="Arial"/>
              </a:rPr>
            </a:br>
            <a:r>
              <a:rPr lang="es-CL" sz="2200" dirty="0" err="1">
                <a:latin typeface="Arial"/>
                <a:cs typeface="Arial"/>
              </a:rPr>
              <a:t>Login</a:t>
            </a:r>
            <a:r>
              <a:rPr lang="es-CL" sz="2200" dirty="0">
                <a:latin typeface="Arial"/>
                <a:cs typeface="Arial"/>
              </a:rPr>
              <a:t> y Roles de Usuario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s-CL" sz="2200" dirty="0">
                <a:latin typeface="Arial"/>
                <a:cs typeface="Arial"/>
              </a:rPr>
              <a:t>Controla permisos (lector, operador, administrador).</a:t>
            </a:r>
            <a:endParaRPr lang="en-US" dirty="0"/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C15790-3EC6-3411-2875-57F475E85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613" y="1203682"/>
            <a:ext cx="10512775" cy="60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43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0178BB-7A7D-8D78-07FD-99984A57A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9333"/>
            <a:ext cx="12509500" cy="729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93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DED2E6-7F06-C60F-5197-3F49F971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947804" cy="728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9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D384B-45E0-8E9C-A437-EDECF5D93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CL" sz="3700">
                <a:solidFill>
                  <a:srgbClr val="FFFFFF"/>
                </a:solidFill>
                <a:latin typeface="Arial"/>
                <a:cs typeface="Arial"/>
              </a:rPr>
              <a:t>Reportes y Visualización</a:t>
            </a:r>
            <a:endParaRPr lang="es-CL" sz="3700">
              <a:solidFill>
                <a:srgbClr val="FFFFFF"/>
              </a:solidFill>
              <a:latin typeface="Aptos Display" panose="020F0302020204030204"/>
              <a:cs typeface="Arial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7BD33-E5A8-9091-4A7E-F7A266D9C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s-CL" sz="2600"/>
          </a:p>
          <a:p>
            <a:r>
              <a:rPr lang="es-CL" sz="2600" dirty="0">
                <a:latin typeface="Arial"/>
                <a:ea typeface="+mn-lt"/>
                <a:cs typeface="+mn-lt"/>
              </a:rPr>
              <a:t>Incluye:</a:t>
            </a:r>
            <a:endParaRPr lang="es-CL" sz="2600" dirty="0">
              <a:latin typeface="Arial"/>
              <a:cs typeface="Arial"/>
            </a:endParaRPr>
          </a:p>
          <a:p>
            <a:endParaRPr lang="es-CL" sz="2600">
              <a:latin typeface="Arial"/>
              <a:cs typeface="Arial"/>
            </a:endParaRPr>
          </a:p>
          <a:p>
            <a:r>
              <a:rPr lang="es-CL" sz="2600" dirty="0">
                <a:latin typeface="Arial"/>
                <a:ea typeface="+mn-lt"/>
                <a:cs typeface="+mn-lt"/>
              </a:rPr>
              <a:t>Tablas dinámicas y métricas diarias</a:t>
            </a:r>
            <a:endParaRPr lang="es-CL" sz="2600" dirty="0">
              <a:latin typeface="Arial"/>
              <a:cs typeface="Arial"/>
            </a:endParaRPr>
          </a:p>
          <a:p>
            <a:endParaRPr lang="es-CL" sz="2600">
              <a:latin typeface="Arial"/>
              <a:cs typeface="Arial"/>
            </a:endParaRPr>
          </a:p>
          <a:p>
            <a:r>
              <a:rPr lang="es-CL" sz="2600" dirty="0">
                <a:latin typeface="Arial"/>
                <a:ea typeface="+mn-lt"/>
                <a:cs typeface="+mn-lt"/>
              </a:rPr>
              <a:t>Dashboard con estilo oscuro uniforme</a:t>
            </a:r>
            <a:endParaRPr lang="es-CL" sz="2600" dirty="0">
              <a:latin typeface="Arial"/>
              <a:cs typeface="Arial"/>
            </a:endParaRPr>
          </a:p>
          <a:p>
            <a:endParaRPr lang="es-CL" sz="2600">
              <a:latin typeface="Arial"/>
              <a:cs typeface="Arial"/>
            </a:endParaRPr>
          </a:p>
          <a:p>
            <a:r>
              <a:rPr lang="es-CL" sz="2600" dirty="0">
                <a:latin typeface="Arial"/>
                <a:ea typeface="+mn-lt"/>
                <a:cs typeface="+mn-lt"/>
              </a:rPr>
              <a:t>Contador de dispositivos activos/inactivos</a:t>
            </a:r>
            <a:endParaRPr lang="es-CL" sz="2600" dirty="0">
              <a:latin typeface="Arial"/>
              <a:cs typeface="Arial"/>
            </a:endParaRPr>
          </a:p>
          <a:p>
            <a:endParaRPr lang="es-CL" sz="2600">
              <a:latin typeface="Arial"/>
              <a:cs typeface="Arial"/>
            </a:endParaRPr>
          </a:p>
          <a:p>
            <a:r>
              <a:rPr lang="es-CL" sz="2600" dirty="0">
                <a:latin typeface="Arial"/>
                <a:ea typeface="+mn-lt"/>
                <a:cs typeface="+mn-lt"/>
              </a:rPr>
              <a:t>Dominios más consultados y total de consultas del día</a:t>
            </a:r>
            <a:endParaRPr lang="es-CL" sz="26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2970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9AA01-B0E1-B3ED-DFCA-849471610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s-CL" sz="4000" b="1">
                <a:latin typeface="Arial"/>
                <a:cs typeface="Arial"/>
              </a:rPr>
              <a:t>Prueba exploratoria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7C4265-7FB2-522E-B681-8221F70EA0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03" r="16675" b="-3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9ACEBA-3609-210F-7D59-AC1A7509F2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880820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0124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7C939-BCBE-20F8-1234-39AEE8546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712" y="-67900"/>
            <a:ext cx="13285959" cy="747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87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D5E00-D59E-DDBB-6D31-17910CCD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7228" y="0"/>
            <a:ext cx="13323683" cy="755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64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8B8FF-FDAC-45E6-CA2E-974E3E975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CL">
                <a:solidFill>
                  <a:srgbClr val="FFFFFF"/>
                </a:solidFill>
                <a:latin typeface="Arial"/>
                <a:cs typeface="Arial"/>
              </a:rPr>
              <a:t>Errores corregidos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22219-7170-CF59-91DD-5593E73E2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  <a:p>
            <a:endParaRPr lang="es-CL">
              <a:latin typeface="Arial"/>
              <a:cs typeface="Arial"/>
            </a:endParaRPr>
          </a:p>
          <a:p>
            <a:r>
              <a:rPr lang="es-CL">
                <a:latin typeface="Arial"/>
                <a:ea typeface="+mn-lt"/>
                <a:cs typeface="+mn-lt"/>
              </a:rPr>
              <a:t>Validación de MAC incompleta (normalización AA:BB:CC:DD:EE:FF).</a:t>
            </a:r>
            <a:endParaRPr lang="es-CL">
              <a:latin typeface="Arial"/>
              <a:cs typeface="Arial"/>
            </a:endParaRPr>
          </a:p>
          <a:p>
            <a:endParaRPr lang="es-CL">
              <a:latin typeface="Arial"/>
              <a:cs typeface="Arial"/>
            </a:endParaRPr>
          </a:p>
          <a:p>
            <a:r>
              <a:rPr lang="es-CL">
                <a:latin typeface="Arial"/>
                <a:ea typeface="+mn-lt"/>
                <a:cs typeface="+mn-lt"/>
              </a:rPr>
              <a:t>Manejo de errores en scan.php y </a:t>
            </a:r>
            <a:r>
              <a:rPr lang="es-CL" err="1">
                <a:latin typeface="Arial"/>
                <a:ea typeface="+mn-lt"/>
                <a:cs typeface="+mn-lt"/>
              </a:rPr>
              <a:t>import_pihole.php</a:t>
            </a:r>
            <a:r>
              <a:rPr lang="es-CL">
                <a:latin typeface="Arial"/>
                <a:ea typeface="+mn-lt"/>
                <a:cs typeface="+mn-lt"/>
              </a:rPr>
              <a:t>.</a:t>
            </a:r>
            <a:endParaRPr lang="es-CL">
              <a:latin typeface="Arial"/>
              <a:cs typeface="Arial"/>
            </a:endParaRPr>
          </a:p>
          <a:p>
            <a:endParaRPr lang="es-CL">
              <a:latin typeface="Arial"/>
              <a:cs typeface="Arial"/>
            </a:endParaRPr>
          </a:p>
          <a:p>
            <a:r>
              <a:rPr lang="es-CL">
                <a:latin typeface="Arial"/>
                <a:ea typeface="+mn-lt"/>
                <a:cs typeface="+mn-lt"/>
              </a:rPr>
              <a:t>Prevención de duplicados en dns_logs con índice único </a:t>
            </a:r>
            <a:r>
              <a:rPr lang="es-CL" err="1">
                <a:latin typeface="Arial"/>
                <a:ea typeface="+mn-lt"/>
                <a:cs typeface="+mn-lt"/>
              </a:rPr>
              <a:t>uq_dnslogs_dia</a:t>
            </a:r>
            <a:r>
              <a:rPr lang="es-CL">
                <a:latin typeface="Arial"/>
                <a:ea typeface="+mn-lt"/>
                <a:cs typeface="+mn-lt"/>
              </a:rPr>
              <a:t>.</a:t>
            </a:r>
            <a:endParaRPr lang="es-CL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0737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32F9E-515A-A649-D36B-7F91B770B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CL">
                <a:solidFill>
                  <a:srgbClr val="FFFFFF"/>
                </a:solidFill>
                <a:latin typeface="Arial"/>
                <a:cs typeface="Arial"/>
              </a:rPr>
              <a:t>Conclusión y próximos pasos</a:t>
            </a:r>
            <a:endParaRPr lang="es-CL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93225-1003-66D4-D341-F0C5A8261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endParaRPr lang="es-CL" sz="2200">
              <a:latin typeface="Arial"/>
              <a:cs typeface="Arial"/>
            </a:endParaRPr>
          </a:p>
          <a:p>
            <a:r>
              <a:rPr lang="es-CL" sz="2200" dirty="0">
                <a:latin typeface="Arial"/>
                <a:ea typeface="+mn-lt"/>
                <a:cs typeface="+mn-lt"/>
              </a:rPr>
              <a:t>Conclusión:</a:t>
            </a:r>
            <a:endParaRPr lang="es-CL" sz="2200" dirty="0">
              <a:latin typeface="Arial"/>
              <a:cs typeface="Arial"/>
            </a:endParaRPr>
          </a:p>
          <a:p>
            <a:r>
              <a:rPr lang="es-CL" sz="2200">
                <a:latin typeface="Arial"/>
                <a:ea typeface="+mn-lt"/>
                <a:cs typeface="+mn-lt"/>
              </a:rPr>
              <a:t>El sistema se encuentra funcional en entorno local con conexión completa y control de roles.</a:t>
            </a:r>
            <a:endParaRPr lang="es-CL" sz="2200">
              <a:latin typeface="Arial"/>
              <a:cs typeface="Arial"/>
            </a:endParaRPr>
          </a:p>
          <a:p>
            <a:endParaRPr lang="es-CL" sz="2200">
              <a:latin typeface="Arial"/>
              <a:cs typeface="Arial"/>
            </a:endParaRPr>
          </a:p>
          <a:p>
            <a:r>
              <a:rPr lang="es-CL" sz="2200" dirty="0">
                <a:latin typeface="Arial"/>
                <a:ea typeface="+mn-lt"/>
                <a:cs typeface="+mn-lt"/>
              </a:rPr>
              <a:t>Próximos pasos:</a:t>
            </a:r>
            <a:endParaRPr lang="es-CL" sz="2200" dirty="0">
              <a:latin typeface="Arial"/>
              <a:ea typeface="Calibri"/>
              <a:cs typeface="Arial"/>
            </a:endParaRPr>
          </a:p>
          <a:p>
            <a:r>
              <a:rPr lang="es-CL" sz="2200">
                <a:ea typeface="+mn-lt"/>
                <a:cs typeface="+mn-lt"/>
              </a:rPr>
              <a:t>🚀 Próximos pasos:</a:t>
            </a:r>
            <a:endParaRPr lang="es-CL" sz="2200">
              <a:latin typeface="Arial"/>
              <a:cs typeface="Arial"/>
            </a:endParaRPr>
          </a:p>
          <a:p>
            <a:endParaRPr lang="es-CL"/>
          </a:p>
          <a:p>
            <a:r>
              <a:rPr lang="es-CL" sz="2200">
                <a:ea typeface="+mn-lt"/>
                <a:cs typeface="+mn-lt"/>
              </a:rPr>
              <a:t>Completar plan de pruebas unitarias y de integración, incluyendo resultados y evidencias.</a:t>
            </a:r>
            <a:endParaRPr lang="es-CL"/>
          </a:p>
          <a:p>
            <a:endParaRPr lang="es-CL"/>
          </a:p>
          <a:p>
            <a:r>
              <a:rPr lang="es-CL" sz="2200">
                <a:ea typeface="+mn-lt"/>
                <a:cs typeface="+mn-lt"/>
              </a:rPr>
              <a:t>Actualizar trazabilidad RF ↔ Casos de prueba para reflejar la cobertura total de requerimientos.</a:t>
            </a:r>
            <a:endParaRPr lang="es-CL"/>
          </a:p>
          <a:p>
            <a:endParaRPr lang="es-CL"/>
          </a:p>
          <a:p>
            <a:r>
              <a:rPr lang="es-CL" sz="2200">
                <a:ea typeface="+mn-lt"/>
                <a:cs typeface="+mn-lt"/>
              </a:rPr>
              <a:t>Registrar en GitHub los Issues corregidos y mejoras aplicadas, manteniendo un control de cambios documentado.</a:t>
            </a:r>
            <a:endParaRPr lang="es-CL"/>
          </a:p>
          <a:p>
            <a:endParaRPr lang="es-CL"/>
          </a:p>
          <a:p>
            <a:r>
              <a:rPr lang="es-CL" sz="2200">
                <a:ea typeface="+mn-lt"/>
                <a:cs typeface="+mn-lt"/>
              </a:rPr>
              <a:t>Optimizar la interfaz visual y el rendimiento del dashboard, incorporando métricas diarias y validaciones adicionales.</a:t>
            </a:r>
            <a:endParaRPr lang="es-CL"/>
          </a:p>
          <a:p>
            <a:endParaRPr lang="es-CL" sz="2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5146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C0C4D-A8C3-7CCC-14E9-0752553B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CL">
                <a:solidFill>
                  <a:srgbClr val="FFFFFF"/>
                </a:solidFill>
                <a:latin typeface="Arial"/>
                <a:cs typeface="Arial"/>
              </a:rPr>
              <a:t>Repositorio y evidencias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14A70-6C8D-A34D-ECD8-E1B599E84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endParaRPr lang="en-US" sz="2400"/>
          </a:p>
          <a:p>
            <a:r>
              <a:rPr lang="es-CL" sz="2400" dirty="0">
                <a:latin typeface="Arial"/>
                <a:ea typeface="+mn-lt"/>
                <a:cs typeface="+mn-lt"/>
              </a:rPr>
              <a:t>Repositorio GitHub:</a:t>
            </a:r>
            <a:endParaRPr lang="es-CL" sz="2400" dirty="0">
              <a:latin typeface="Arial"/>
              <a:cs typeface="Arial"/>
            </a:endParaRPr>
          </a:p>
          <a:p>
            <a:r>
              <a:rPr lang="es-CL" sz="2400" dirty="0">
                <a:latin typeface="Arial"/>
                <a:ea typeface="+mn-lt"/>
                <a:cs typeface="+mn-lt"/>
              </a:rPr>
              <a:t>📎 https://github.com/charli-hash/gestion-ip-mac-redes</a:t>
            </a:r>
            <a:endParaRPr lang="es-CL" sz="2400" dirty="0">
              <a:latin typeface="Arial"/>
              <a:cs typeface="Arial"/>
            </a:endParaRPr>
          </a:p>
          <a:p>
            <a:r>
              <a:rPr lang="es-CL" sz="2400" dirty="0">
                <a:latin typeface="Arial"/>
                <a:ea typeface="+mn-lt"/>
                <a:cs typeface="+mn-lt"/>
              </a:rPr>
              <a:t>Carpeta Avance 3:</a:t>
            </a:r>
            <a:endParaRPr lang="es-CL" sz="2400" dirty="0">
              <a:latin typeface="Arial"/>
              <a:cs typeface="Arial"/>
            </a:endParaRPr>
          </a:p>
          <a:p>
            <a:endParaRPr lang="es-CL" sz="2400" dirty="0">
              <a:latin typeface="Arial"/>
              <a:ea typeface="+mn-lt"/>
              <a:cs typeface="+mn-lt"/>
            </a:endParaRPr>
          </a:p>
          <a:p>
            <a:r>
              <a:rPr lang="es-CL" sz="2400" dirty="0">
                <a:latin typeface="Arial"/>
                <a:ea typeface="+mn-lt"/>
                <a:cs typeface="+mn-lt"/>
              </a:rPr>
              <a:t>Incluye:</a:t>
            </a:r>
            <a:endParaRPr lang="es-CL" sz="2400" dirty="0">
              <a:latin typeface="Arial"/>
              <a:cs typeface="Arial"/>
            </a:endParaRPr>
          </a:p>
          <a:p>
            <a:endParaRPr lang="es-CL" sz="2400">
              <a:latin typeface="Arial"/>
              <a:cs typeface="Arial"/>
            </a:endParaRPr>
          </a:p>
          <a:p>
            <a:r>
              <a:rPr lang="es-CL" sz="2400" dirty="0">
                <a:latin typeface="Arial"/>
                <a:ea typeface="+mn-lt"/>
                <a:cs typeface="+mn-lt"/>
              </a:rPr>
              <a:t>Documento Word (Informe Avance 3)</a:t>
            </a:r>
            <a:endParaRPr lang="es-CL" sz="2400" dirty="0">
              <a:latin typeface="Arial"/>
              <a:cs typeface="Arial"/>
            </a:endParaRPr>
          </a:p>
          <a:p>
            <a:endParaRPr lang="es-CL" sz="2400">
              <a:latin typeface="Arial"/>
              <a:cs typeface="Arial"/>
            </a:endParaRPr>
          </a:p>
          <a:p>
            <a:r>
              <a:rPr lang="es-CL" sz="2400" dirty="0">
                <a:latin typeface="Arial"/>
                <a:ea typeface="+mn-lt"/>
                <a:cs typeface="+mn-lt"/>
              </a:rPr>
              <a:t>Presentación PPT</a:t>
            </a:r>
            <a:endParaRPr lang="es-CL" sz="2400" dirty="0">
              <a:latin typeface="Arial"/>
              <a:cs typeface="Arial"/>
            </a:endParaRPr>
          </a:p>
          <a:p>
            <a:endParaRPr lang="es-CL" sz="2400">
              <a:latin typeface="Arial"/>
              <a:cs typeface="Arial"/>
            </a:endParaRPr>
          </a:p>
          <a:p>
            <a:r>
              <a:rPr lang="es-CL" sz="2400" dirty="0">
                <a:latin typeface="Arial"/>
                <a:ea typeface="+mn-lt"/>
                <a:cs typeface="+mn-lt"/>
              </a:rPr>
              <a:t>Capturas del sistema</a:t>
            </a:r>
            <a:endParaRPr lang="es-CL" sz="24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64574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Tema de Office</vt:lpstr>
      <vt:lpstr>Avance 2 – Sistema de Gestión de IP y MAC con Nmap y Pi-hole </vt:lpstr>
      <vt:lpstr>Objetivo principal:</vt:lpstr>
      <vt:lpstr>Módulos implementados</vt:lpstr>
      <vt:lpstr>  Login y Roles de Usuario Controla permisos (lector, operador, administrador). </vt:lpstr>
      <vt:lpstr>PowerPoint Presentation</vt:lpstr>
      <vt:lpstr>PowerPoint Presentation</vt:lpstr>
      <vt:lpstr>Reportes y Visualización</vt:lpstr>
      <vt:lpstr>Prueba exploratoria</vt:lpstr>
      <vt:lpstr>PowerPoint Presentation</vt:lpstr>
      <vt:lpstr>PowerPoint Presentation</vt:lpstr>
      <vt:lpstr>Errores corregidos</vt:lpstr>
      <vt:lpstr>Conclusión y próximos pasos</vt:lpstr>
      <vt:lpstr>Repositorio y evidencias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168</cp:revision>
  <dcterms:created xsi:type="dcterms:W3CDTF">2025-11-25T02:00:09Z</dcterms:created>
  <dcterms:modified xsi:type="dcterms:W3CDTF">2025-11-25T02:38:22Z</dcterms:modified>
</cp:coreProperties>
</file>
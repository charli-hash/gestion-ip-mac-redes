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4" r:id="rId3"/>
    <p:sldId id="275" r:id="rId4"/>
    <p:sldId id="300" r:id="rId5"/>
    <p:sldId id="276" r:id="rId6"/>
    <p:sldId id="301" r:id="rId7"/>
    <p:sldId id="283" r:id="rId8"/>
    <p:sldId id="281" r:id="rId9"/>
    <p:sldId id="284" r:id="rId10"/>
    <p:sldId id="278" r:id="rId11"/>
    <p:sldId id="270" r:id="rId12"/>
    <p:sldId id="285" r:id="rId13"/>
    <p:sldId id="302" r:id="rId14"/>
    <p:sldId id="286" r:id="rId15"/>
    <p:sldId id="313" r:id="rId16"/>
    <p:sldId id="299" r:id="rId17"/>
    <p:sldId id="282" r:id="rId18"/>
    <p:sldId id="312" r:id="rId19"/>
    <p:sldId id="279" r:id="rId20"/>
    <p:sldId id="271" r:id="rId21"/>
    <p:sldId id="303" r:id="rId22"/>
    <p:sldId id="292" r:id="rId23"/>
    <p:sldId id="304" r:id="rId24"/>
    <p:sldId id="288" r:id="rId25"/>
    <p:sldId id="277" r:id="rId26"/>
    <p:sldId id="311" r:id="rId27"/>
    <p:sldId id="291" r:id="rId28"/>
    <p:sldId id="293" r:id="rId29"/>
    <p:sldId id="307" r:id="rId30"/>
    <p:sldId id="306" r:id="rId31"/>
    <p:sldId id="308" r:id="rId32"/>
    <p:sldId id="296" r:id="rId33"/>
    <p:sldId id="297" r:id="rId34"/>
    <p:sldId id="314" r:id="rId35"/>
    <p:sldId id="298" r:id="rId36"/>
    <p:sldId id="309" r:id="rId37"/>
    <p:sldId id="310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284D8-A1C1-42C7-8E01-77966AA4DD81}" v="107" dt="2025-12-16T01:24:47.107"/>
    <p1510:client id="{FCAAA775-DEB9-4D6F-8DDF-5D9B549664D0}" v="122" dt="2025-12-17T02:06:21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6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6" Type="http://schemas.openxmlformats.org/officeDocument/2006/relationships/image" Target="../media/image32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4" Type="http://schemas.openxmlformats.org/officeDocument/2006/relationships/image" Target="../media/image5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6" Type="http://schemas.openxmlformats.org/officeDocument/2006/relationships/image" Target="../media/image32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4" Type="http://schemas.openxmlformats.org/officeDocument/2006/relationships/image" Target="../media/image5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E5923A-DDE1-48CA-8BBE-BEDAEF1AB05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79466D2-270C-409C-B350-BA9B0C9607DD}">
      <dgm:prSet/>
      <dgm:spPr/>
      <dgm:t>
        <a:bodyPr/>
        <a:lstStyle/>
        <a:p>
          <a:r>
            <a:rPr lang="es-ES" dirty="0"/>
            <a:t>Las redes locales actuales concentran múltiples dispositivos conectados simultáneamente, lo que dificulta su control y monitoreo.</a:t>
          </a:r>
          <a:endParaRPr lang="en-US" dirty="0"/>
        </a:p>
      </dgm:t>
    </dgm:pt>
    <dgm:pt modelId="{953EB805-C519-4C7B-80DA-D64B4736DA53}" type="parTrans" cxnId="{EBDEBBAE-6FF6-4545-B072-9BD60CF1BB40}">
      <dgm:prSet/>
      <dgm:spPr/>
      <dgm:t>
        <a:bodyPr/>
        <a:lstStyle/>
        <a:p>
          <a:endParaRPr lang="en-US"/>
        </a:p>
      </dgm:t>
    </dgm:pt>
    <dgm:pt modelId="{7DFD2199-82CF-46AC-A80C-F8C906568D44}" type="sibTrans" cxnId="{EBDEBBAE-6FF6-4545-B072-9BD60CF1BB40}">
      <dgm:prSet/>
      <dgm:spPr/>
      <dgm:t>
        <a:bodyPr/>
        <a:lstStyle/>
        <a:p>
          <a:endParaRPr lang="en-US"/>
        </a:p>
      </dgm:t>
    </dgm:pt>
    <dgm:pt modelId="{6E6AF70A-7A49-4D7F-8780-5BBA3CA0674D}">
      <dgm:prSet/>
      <dgm:spPr/>
      <dgm:t>
        <a:bodyPr/>
        <a:lstStyle/>
        <a:p>
          <a:r>
            <a:rPr lang="es-ES"/>
            <a:t>El proyecto </a:t>
          </a:r>
          <a:r>
            <a:rPr lang="es-ES" b="1"/>
            <a:t>Sistema de Gestión IP/MAC</a:t>
          </a:r>
          <a:r>
            <a:rPr lang="es-ES"/>
            <a:t> surge para automatizar la detección, registro y seguimiento de equipos dentro de una red local.</a:t>
          </a:r>
          <a:endParaRPr lang="en-US"/>
        </a:p>
      </dgm:t>
    </dgm:pt>
    <dgm:pt modelId="{182664FF-8334-4399-902E-A0ED056C0BD7}" type="parTrans" cxnId="{CD8BBB98-AD2B-4BA2-9754-8D7E016D83D1}">
      <dgm:prSet/>
      <dgm:spPr/>
      <dgm:t>
        <a:bodyPr/>
        <a:lstStyle/>
        <a:p>
          <a:endParaRPr lang="en-US"/>
        </a:p>
      </dgm:t>
    </dgm:pt>
    <dgm:pt modelId="{327FC871-E6FE-4D1A-807A-698C48D4F36C}" type="sibTrans" cxnId="{CD8BBB98-AD2B-4BA2-9754-8D7E016D83D1}">
      <dgm:prSet/>
      <dgm:spPr/>
      <dgm:t>
        <a:bodyPr/>
        <a:lstStyle/>
        <a:p>
          <a:endParaRPr lang="en-US"/>
        </a:p>
      </dgm:t>
    </dgm:pt>
    <dgm:pt modelId="{BE9130AF-0CF7-4747-8956-1E50C961E902}">
      <dgm:prSet/>
      <dgm:spPr/>
      <dgm:t>
        <a:bodyPr/>
        <a:lstStyle/>
        <a:p>
          <a:r>
            <a:rPr lang="es-ES" dirty="0"/>
            <a:t>Para ello, se integran herramientas de código abierto como </a:t>
          </a:r>
          <a:r>
            <a:rPr lang="es-ES" b="1" dirty="0"/>
            <a:t>Nmap</a:t>
          </a:r>
          <a:r>
            <a:rPr lang="es-ES" dirty="0"/>
            <a:t> para la detección de IP y MAC, y </a:t>
          </a:r>
          <a:r>
            <a:rPr lang="es-ES" b="1" dirty="0"/>
            <a:t>Pi-</a:t>
          </a:r>
          <a:r>
            <a:rPr lang="es-ES" b="1" dirty="0" err="1"/>
            <a:t>hole</a:t>
          </a:r>
          <a:r>
            <a:rPr lang="es-ES" dirty="0"/>
            <a:t> para el registro de consultas DNS, dando como resultado una plataforma web que entrega </a:t>
          </a:r>
          <a:r>
            <a:rPr lang="es-ES" b="1" dirty="0"/>
            <a:t>trazabilidad, seguridad y análisis en tiempo real</a:t>
          </a:r>
          <a:r>
            <a:rPr lang="es-ES" dirty="0"/>
            <a:t>.</a:t>
          </a:r>
          <a:endParaRPr lang="en-US" dirty="0"/>
        </a:p>
      </dgm:t>
    </dgm:pt>
    <dgm:pt modelId="{A5DDAE18-2EC7-4298-AB40-4B2B0512F9F6}" type="parTrans" cxnId="{42109DA9-67AB-4630-8C7B-6DC612B3EB0E}">
      <dgm:prSet/>
      <dgm:spPr/>
      <dgm:t>
        <a:bodyPr/>
        <a:lstStyle/>
        <a:p>
          <a:endParaRPr lang="en-US"/>
        </a:p>
      </dgm:t>
    </dgm:pt>
    <dgm:pt modelId="{0E698B43-5CBF-4303-945E-80D87A27ED1E}" type="sibTrans" cxnId="{42109DA9-67AB-4630-8C7B-6DC612B3EB0E}">
      <dgm:prSet/>
      <dgm:spPr/>
      <dgm:t>
        <a:bodyPr/>
        <a:lstStyle/>
        <a:p>
          <a:endParaRPr lang="en-US"/>
        </a:p>
      </dgm:t>
    </dgm:pt>
    <dgm:pt modelId="{D5791A4C-5925-409C-B878-FF4694D213D8}" type="pres">
      <dgm:prSet presAssocID="{E7E5923A-DDE1-48CA-8BBE-BEDAEF1AB053}" presName="root" presStyleCnt="0">
        <dgm:presLayoutVars>
          <dgm:dir/>
          <dgm:resizeHandles val="exact"/>
        </dgm:presLayoutVars>
      </dgm:prSet>
      <dgm:spPr/>
    </dgm:pt>
    <dgm:pt modelId="{67C58DB4-662D-42F3-AC85-012FB357DE4B}" type="pres">
      <dgm:prSet presAssocID="{979466D2-270C-409C-B350-BA9B0C9607DD}" presName="compNode" presStyleCnt="0"/>
      <dgm:spPr/>
    </dgm:pt>
    <dgm:pt modelId="{E75D2DED-8483-4026-9DDA-691B38DAFF00}" type="pres">
      <dgm:prSet presAssocID="{979466D2-270C-409C-B350-BA9B0C9607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F3B1B2FB-51C2-4E70-9B1B-E0769111ED14}" type="pres">
      <dgm:prSet presAssocID="{979466D2-270C-409C-B350-BA9B0C9607DD}" presName="spaceRect" presStyleCnt="0"/>
      <dgm:spPr/>
    </dgm:pt>
    <dgm:pt modelId="{166DEDBB-C744-408F-8789-D8B90B3847F3}" type="pres">
      <dgm:prSet presAssocID="{979466D2-270C-409C-B350-BA9B0C9607DD}" presName="textRect" presStyleLbl="revTx" presStyleIdx="0" presStyleCnt="3">
        <dgm:presLayoutVars>
          <dgm:chMax val="1"/>
          <dgm:chPref val="1"/>
        </dgm:presLayoutVars>
      </dgm:prSet>
      <dgm:spPr/>
    </dgm:pt>
    <dgm:pt modelId="{FDF8BD25-5D6B-44F5-B125-FDDF3B1B04BB}" type="pres">
      <dgm:prSet presAssocID="{7DFD2199-82CF-46AC-A80C-F8C906568D44}" presName="sibTrans" presStyleCnt="0"/>
      <dgm:spPr/>
    </dgm:pt>
    <dgm:pt modelId="{33E980EF-2332-4217-95E6-D41E5C137EDF}" type="pres">
      <dgm:prSet presAssocID="{6E6AF70A-7A49-4D7F-8780-5BBA3CA0674D}" presName="compNode" presStyleCnt="0"/>
      <dgm:spPr/>
    </dgm:pt>
    <dgm:pt modelId="{4C69D6EC-205D-4730-B4E3-134603B6C053}" type="pres">
      <dgm:prSet presAssocID="{6E6AF70A-7A49-4D7F-8780-5BBA3CA067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41E5507B-FB31-415D-A786-BA6F7AA7CD12}" type="pres">
      <dgm:prSet presAssocID="{6E6AF70A-7A49-4D7F-8780-5BBA3CA0674D}" presName="spaceRect" presStyleCnt="0"/>
      <dgm:spPr/>
    </dgm:pt>
    <dgm:pt modelId="{1F8F8A68-41B3-4BC8-AEB7-6F83A1B0FDDE}" type="pres">
      <dgm:prSet presAssocID="{6E6AF70A-7A49-4D7F-8780-5BBA3CA0674D}" presName="textRect" presStyleLbl="revTx" presStyleIdx="1" presStyleCnt="3">
        <dgm:presLayoutVars>
          <dgm:chMax val="1"/>
          <dgm:chPref val="1"/>
        </dgm:presLayoutVars>
      </dgm:prSet>
      <dgm:spPr/>
    </dgm:pt>
    <dgm:pt modelId="{23AD5670-557C-4344-85A1-7183918C7BE0}" type="pres">
      <dgm:prSet presAssocID="{327FC871-E6FE-4D1A-807A-698C48D4F36C}" presName="sibTrans" presStyleCnt="0"/>
      <dgm:spPr/>
    </dgm:pt>
    <dgm:pt modelId="{5FCAD61F-521B-4072-9520-415BF14BFE1C}" type="pres">
      <dgm:prSet presAssocID="{BE9130AF-0CF7-4747-8956-1E50C961E902}" presName="compNode" presStyleCnt="0"/>
      <dgm:spPr/>
    </dgm:pt>
    <dgm:pt modelId="{8B290A4A-FC05-48D6-AC74-34FA7890F012}" type="pres">
      <dgm:prSet presAssocID="{BE9130AF-0CF7-4747-8956-1E50C961E90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009F9FDD-D194-4276-A779-B3BEB4B624AA}" type="pres">
      <dgm:prSet presAssocID="{BE9130AF-0CF7-4747-8956-1E50C961E902}" presName="spaceRect" presStyleCnt="0"/>
      <dgm:spPr/>
    </dgm:pt>
    <dgm:pt modelId="{0578AFFB-8ACA-4ACE-8D7A-54EBA15F8724}" type="pres">
      <dgm:prSet presAssocID="{BE9130AF-0CF7-4747-8956-1E50C961E90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86882D-993B-4A2B-903F-7447F19D8E0A}" type="presOf" srcId="{BE9130AF-0CF7-4747-8956-1E50C961E902}" destId="{0578AFFB-8ACA-4ACE-8D7A-54EBA15F8724}" srcOrd="0" destOrd="0" presId="urn:microsoft.com/office/officeart/2018/2/layout/IconLabelList"/>
    <dgm:cxn modelId="{5C5BF42D-3A97-4757-93FE-E38920FAD27E}" type="presOf" srcId="{6E6AF70A-7A49-4D7F-8780-5BBA3CA0674D}" destId="{1F8F8A68-41B3-4BC8-AEB7-6F83A1B0FDDE}" srcOrd="0" destOrd="0" presId="urn:microsoft.com/office/officeart/2018/2/layout/IconLabelList"/>
    <dgm:cxn modelId="{B0661062-0C92-459F-8B3A-8633FF4C276D}" type="presOf" srcId="{E7E5923A-DDE1-48CA-8BBE-BEDAEF1AB053}" destId="{D5791A4C-5925-409C-B878-FF4694D213D8}" srcOrd="0" destOrd="0" presId="urn:microsoft.com/office/officeart/2018/2/layout/IconLabelList"/>
    <dgm:cxn modelId="{B0C9C28A-9381-44B3-B1FB-22F51A1E6B41}" type="presOf" srcId="{979466D2-270C-409C-B350-BA9B0C9607DD}" destId="{166DEDBB-C744-408F-8789-D8B90B3847F3}" srcOrd="0" destOrd="0" presId="urn:microsoft.com/office/officeart/2018/2/layout/IconLabelList"/>
    <dgm:cxn modelId="{CD8BBB98-AD2B-4BA2-9754-8D7E016D83D1}" srcId="{E7E5923A-DDE1-48CA-8BBE-BEDAEF1AB053}" destId="{6E6AF70A-7A49-4D7F-8780-5BBA3CA0674D}" srcOrd="1" destOrd="0" parTransId="{182664FF-8334-4399-902E-A0ED056C0BD7}" sibTransId="{327FC871-E6FE-4D1A-807A-698C48D4F36C}"/>
    <dgm:cxn modelId="{42109DA9-67AB-4630-8C7B-6DC612B3EB0E}" srcId="{E7E5923A-DDE1-48CA-8BBE-BEDAEF1AB053}" destId="{BE9130AF-0CF7-4747-8956-1E50C961E902}" srcOrd="2" destOrd="0" parTransId="{A5DDAE18-2EC7-4298-AB40-4B2B0512F9F6}" sibTransId="{0E698B43-5CBF-4303-945E-80D87A27ED1E}"/>
    <dgm:cxn modelId="{EBDEBBAE-6FF6-4545-B072-9BD60CF1BB40}" srcId="{E7E5923A-DDE1-48CA-8BBE-BEDAEF1AB053}" destId="{979466D2-270C-409C-B350-BA9B0C9607DD}" srcOrd="0" destOrd="0" parTransId="{953EB805-C519-4C7B-80DA-D64B4736DA53}" sibTransId="{7DFD2199-82CF-46AC-A80C-F8C906568D44}"/>
    <dgm:cxn modelId="{2E06109F-A6DE-4AB2-B35D-ED9EBB935D4A}" type="presParOf" srcId="{D5791A4C-5925-409C-B878-FF4694D213D8}" destId="{67C58DB4-662D-42F3-AC85-012FB357DE4B}" srcOrd="0" destOrd="0" presId="urn:microsoft.com/office/officeart/2018/2/layout/IconLabelList"/>
    <dgm:cxn modelId="{D4F8A34B-5884-4C94-87BE-60A8219E22D9}" type="presParOf" srcId="{67C58DB4-662D-42F3-AC85-012FB357DE4B}" destId="{E75D2DED-8483-4026-9DDA-691B38DAFF00}" srcOrd="0" destOrd="0" presId="urn:microsoft.com/office/officeart/2018/2/layout/IconLabelList"/>
    <dgm:cxn modelId="{000F0071-AA62-4F09-8B7F-9B1E34841EBD}" type="presParOf" srcId="{67C58DB4-662D-42F3-AC85-012FB357DE4B}" destId="{F3B1B2FB-51C2-4E70-9B1B-E0769111ED14}" srcOrd="1" destOrd="0" presId="urn:microsoft.com/office/officeart/2018/2/layout/IconLabelList"/>
    <dgm:cxn modelId="{24E468D9-96C4-4660-A0C0-CFA88A3AA1EB}" type="presParOf" srcId="{67C58DB4-662D-42F3-AC85-012FB357DE4B}" destId="{166DEDBB-C744-408F-8789-D8B90B3847F3}" srcOrd="2" destOrd="0" presId="urn:microsoft.com/office/officeart/2018/2/layout/IconLabelList"/>
    <dgm:cxn modelId="{34D12EA2-838D-4FC0-8A74-627347EA7F2E}" type="presParOf" srcId="{D5791A4C-5925-409C-B878-FF4694D213D8}" destId="{FDF8BD25-5D6B-44F5-B125-FDDF3B1B04BB}" srcOrd="1" destOrd="0" presId="urn:microsoft.com/office/officeart/2018/2/layout/IconLabelList"/>
    <dgm:cxn modelId="{E7EC6EB9-3962-4167-B8C0-BEBD8D21C351}" type="presParOf" srcId="{D5791A4C-5925-409C-B878-FF4694D213D8}" destId="{33E980EF-2332-4217-95E6-D41E5C137EDF}" srcOrd="2" destOrd="0" presId="urn:microsoft.com/office/officeart/2018/2/layout/IconLabelList"/>
    <dgm:cxn modelId="{4EA3D41D-44B2-40B3-A8E7-D4FA1D74981A}" type="presParOf" srcId="{33E980EF-2332-4217-95E6-D41E5C137EDF}" destId="{4C69D6EC-205D-4730-B4E3-134603B6C053}" srcOrd="0" destOrd="0" presId="urn:microsoft.com/office/officeart/2018/2/layout/IconLabelList"/>
    <dgm:cxn modelId="{DB4D236C-94D8-44AF-9EDC-2E984DAD1B7A}" type="presParOf" srcId="{33E980EF-2332-4217-95E6-D41E5C137EDF}" destId="{41E5507B-FB31-415D-A786-BA6F7AA7CD12}" srcOrd="1" destOrd="0" presId="urn:microsoft.com/office/officeart/2018/2/layout/IconLabelList"/>
    <dgm:cxn modelId="{D48370D5-060E-4C78-A157-AA6090080E66}" type="presParOf" srcId="{33E980EF-2332-4217-95E6-D41E5C137EDF}" destId="{1F8F8A68-41B3-4BC8-AEB7-6F83A1B0FDDE}" srcOrd="2" destOrd="0" presId="urn:microsoft.com/office/officeart/2018/2/layout/IconLabelList"/>
    <dgm:cxn modelId="{63EBC515-E628-4D7C-A887-56C5D1DDF3FA}" type="presParOf" srcId="{D5791A4C-5925-409C-B878-FF4694D213D8}" destId="{23AD5670-557C-4344-85A1-7183918C7BE0}" srcOrd="3" destOrd="0" presId="urn:microsoft.com/office/officeart/2018/2/layout/IconLabelList"/>
    <dgm:cxn modelId="{C0959EFD-0273-46E4-82F0-97FBF1ED9094}" type="presParOf" srcId="{D5791A4C-5925-409C-B878-FF4694D213D8}" destId="{5FCAD61F-521B-4072-9520-415BF14BFE1C}" srcOrd="4" destOrd="0" presId="urn:microsoft.com/office/officeart/2018/2/layout/IconLabelList"/>
    <dgm:cxn modelId="{67D7CF58-3D73-4206-B891-E8FC8B0FC655}" type="presParOf" srcId="{5FCAD61F-521B-4072-9520-415BF14BFE1C}" destId="{8B290A4A-FC05-48D6-AC74-34FA7890F012}" srcOrd="0" destOrd="0" presId="urn:microsoft.com/office/officeart/2018/2/layout/IconLabelList"/>
    <dgm:cxn modelId="{065674EF-6A8C-4C91-9D91-6780437134B4}" type="presParOf" srcId="{5FCAD61F-521B-4072-9520-415BF14BFE1C}" destId="{009F9FDD-D194-4276-A779-B3BEB4B624AA}" srcOrd="1" destOrd="0" presId="urn:microsoft.com/office/officeart/2018/2/layout/IconLabelList"/>
    <dgm:cxn modelId="{32F38CB6-632B-4A43-9D65-C35B1990A4BF}" type="presParOf" srcId="{5FCAD61F-521B-4072-9520-415BF14BFE1C}" destId="{0578AFFB-8ACA-4ACE-8D7A-54EBA15F872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32DC9E-A33A-4A91-9CA2-1DF153A4FC21}" type="doc">
      <dgm:prSet loTypeId="urn:microsoft.com/office/officeart/2005/8/layout/matrix3" loCatId="matrix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8E28D4F-BFDF-459B-B076-666E7FB5D325}">
      <dgm:prSet/>
      <dgm:spPr/>
      <dgm:t>
        <a:bodyPr/>
        <a:lstStyle/>
        <a:p>
          <a:r>
            <a:rPr lang="es-ES" b="1" dirty="0"/>
            <a:t>En muchas redes domésticas, empresariales y educativas no existe un control efectivo sobre los dispositivos conectados.</a:t>
          </a:r>
          <a:endParaRPr lang="en-US" b="1" dirty="0"/>
        </a:p>
      </dgm:t>
    </dgm:pt>
    <dgm:pt modelId="{32095ABE-BDEC-47B4-9857-A243DB849C95}" type="parTrans" cxnId="{19A3EC06-A43F-4275-9ADB-02C8F041F710}">
      <dgm:prSet/>
      <dgm:spPr/>
      <dgm:t>
        <a:bodyPr/>
        <a:lstStyle/>
        <a:p>
          <a:endParaRPr lang="en-US"/>
        </a:p>
      </dgm:t>
    </dgm:pt>
    <dgm:pt modelId="{2251AD90-98A0-44B8-AE20-6A0F759D1779}" type="sibTrans" cxnId="{19A3EC06-A43F-4275-9ADB-02C8F041F710}">
      <dgm:prSet/>
      <dgm:spPr/>
      <dgm:t>
        <a:bodyPr/>
        <a:lstStyle/>
        <a:p>
          <a:endParaRPr lang="en-US"/>
        </a:p>
      </dgm:t>
    </dgm:pt>
    <dgm:pt modelId="{0B3B9618-6B70-4757-9FF8-9B8ED62555FD}">
      <dgm:prSet/>
      <dgm:spPr/>
      <dgm:t>
        <a:bodyPr/>
        <a:lstStyle/>
        <a:p>
          <a:r>
            <a:rPr lang="es-ES" b="1" dirty="0"/>
            <a:t>Esto provoca conflictos de IP, uso no autorizado del ancho de banda, falta de trazabilidad y riesgos de seguridad</a:t>
          </a:r>
          <a:r>
            <a:rPr lang="es-ES" dirty="0"/>
            <a:t>.</a:t>
          </a:r>
          <a:endParaRPr lang="en-US" dirty="0"/>
        </a:p>
      </dgm:t>
    </dgm:pt>
    <dgm:pt modelId="{1357D993-C023-4009-AEB2-4B01DD35A7B3}" type="parTrans" cxnId="{09F7D211-9288-4F8C-A4A6-E0973877C624}">
      <dgm:prSet/>
      <dgm:spPr/>
      <dgm:t>
        <a:bodyPr/>
        <a:lstStyle/>
        <a:p>
          <a:endParaRPr lang="en-US"/>
        </a:p>
      </dgm:t>
    </dgm:pt>
    <dgm:pt modelId="{8508E8F4-0E9C-47EC-9134-B914C0ADC435}" type="sibTrans" cxnId="{09F7D211-9288-4F8C-A4A6-E0973877C624}">
      <dgm:prSet/>
      <dgm:spPr/>
      <dgm:t>
        <a:bodyPr/>
        <a:lstStyle/>
        <a:p>
          <a:endParaRPr lang="en-US"/>
        </a:p>
      </dgm:t>
    </dgm:pt>
    <dgm:pt modelId="{C264A46F-7D04-4313-95CD-E69B37A51DAB}">
      <dgm:prSet/>
      <dgm:spPr/>
      <dgm:t>
        <a:bodyPr/>
        <a:lstStyle/>
        <a:p>
          <a:r>
            <a:rPr lang="es-ES" b="1" dirty="0"/>
            <a:t>Los administradores suelen desconocer cuántos equipos están activos y qué dominios están siendo consultados</a:t>
          </a:r>
          <a:r>
            <a:rPr lang="es-ES" dirty="0"/>
            <a:t>.</a:t>
          </a:r>
          <a:endParaRPr lang="en-US" dirty="0"/>
        </a:p>
      </dgm:t>
    </dgm:pt>
    <dgm:pt modelId="{B644715B-3FB3-4C31-BB27-C723957B2D33}" type="parTrans" cxnId="{C9E3A801-6D9F-4924-AE84-36BBA9E32054}">
      <dgm:prSet/>
      <dgm:spPr/>
      <dgm:t>
        <a:bodyPr/>
        <a:lstStyle/>
        <a:p>
          <a:endParaRPr lang="en-US"/>
        </a:p>
      </dgm:t>
    </dgm:pt>
    <dgm:pt modelId="{8B8246C0-9DF9-4BF9-98ED-196B6F799017}" type="sibTrans" cxnId="{C9E3A801-6D9F-4924-AE84-36BBA9E32054}">
      <dgm:prSet/>
      <dgm:spPr/>
      <dgm:t>
        <a:bodyPr/>
        <a:lstStyle/>
        <a:p>
          <a:endParaRPr lang="en-US"/>
        </a:p>
      </dgm:t>
    </dgm:pt>
    <dgm:pt modelId="{48805F2A-00CD-4C54-AB59-DAC696350A48}">
      <dgm:prSet/>
      <dgm:spPr/>
      <dgm:t>
        <a:bodyPr/>
        <a:lstStyle/>
        <a:p>
          <a:r>
            <a:rPr lang="es-ES" b="1" dirty="0"/>
            <a:t>El problema central es la ausencia de una herramienta unificada que permita identificar, registrar y monitorear la actividad de la red de forma sencilla, precisa y accesible.</a:t>
          </a:r>
          <a:endParaRPr lang="en-US" b="1" dirty="0"/>
        </a:p>
      </dgm:t>
    </dgm:pt>
    <dgm:pt modelId="{3B4F6BEF-FFF5-4987-B285-F251030FA844}" type="parTrans" cxnId="{5D927FB7-9FA6-4944-A8BC-5C4382E488C1}">
      <dgm:prSet/>
      <dgm:spPr/>
      <dgm:t>
        <a:bodyPr/>
        <a:lstStyle/>
        <a:p>
          <a:endParaRPr lang="en-US"/>
        </a:p>
      </dgm:t>
    </dgm:pt>
    <dgm:pt modelId="{B6E5AFA0-FE69-4268-BEED-C30E79BEDD5A}" type="sibTrans" cxnId="{5D927FB7-9FA6-4944-A8BC-5C4382E488C1}">
      <dgm:prSet/>
      <dgm:spPr/>
      <dgm:t>
        <a:bodyPr/>
        <a:lstStyle/>
        <a:p>
          <a:endParaRPr lang="en-US"/>
        </a:p>
      </dgm:t>
    </dgm:pt>
    <dgm:pt modelId="{4B65535C-4C49-49F0-9D2F-A719B8295EFD}" type="pres">
      <dgm:prSet presAssocID="{0232DC9E-A33A-4A91-9CA2-1DF153A4FC21}" presName="matrix" presStyleCnt="0">
        <dgm:presLayoutVars>
          <dgm:chMax val="1"/>
          <dgm:dir/>
          <dgm:resizeHandles val="exact"/>
        </dgm:presLayoutVars>
      </dgm:prSet>
      <dgm:spPr/>
    </dgm:pt>
    <dgm:pt modelId="{086B38AF-9ED5-46FF-8192-FBF37B871002}" type="pres">
      <dgm:prSet presAssocID="{0232DC9E-A33A-4A91-9CA2-1DF153A4FC21}" presName="diamond" presStyleLbl="bgShp" presStyleIdx="0" presStyleCnt="1"/>
      <dgm:spPr/>
    </dgm:pt>
    <dgm:pt modelId="{168A37B7-8A7D-44D1-ABAC-17962CF773C1}" type="pres">
      <dgm:prSet presAssocID="{0232DC9E-A33A-4A91-9CA2-1DF153A4FC2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8FCE1F5-D0F3-42C6-B789-57CF7B05B15F}" type="pres">
      <dgm:prSet presAssocID="{0232DC9E-A33A-4A91-9CA2-1DF153A4FC2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DB1C759-BF50-4CF6-B836-5CD57EAEE3F8}" type="pres">
      <dgm:prSet presAssocID="{0232DC9E-A33A-4A91-9CA2-1DF153A4FC2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57D7B11-F69E-478F-B322-B02ACB4AA094}" type="pres">
      <dgm:prSet presAssocID="{0232DC9E-A33A-4A91-9CA2-1DF153A4FC2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9E3A801-6D9F-4924-AE84-36BBA9E32054}" srcId="{0232DC9E-A33A-4A91-9CA2-1DF153A4FC21}" destId="{C264A46F-7D04-4313-95CD-E69B37A51DAB}" srcOrd="2" destOrd="0" parTransId="{B644715B-3FB3-4C31-BB27-C723957B2D33}" sibTransId="{8B8246C0-9DF9-4BF9-98ED-196B6F799017}"/>
    <dgm:cxn modelId="{19A3EC06-A43F-4275-9ADB-02C8F041F710}" srcId="{0232DC9E-A33A-4A91-9CA2-1DF153A4FC21}" destId="{08E28D4F-BFDF-459B-B076-666E7FB5D325}" srcOrd="0" destOrd="0" parTransId="{32095ABE-BDEC-47B4-9857-A243DB849C95}" sibTransId="{2251AD90-98A0-44B8-AE20-6A0F759D1779}"/>
    <dgm:cxn modelId="{09F7D211-9288-4F8C-A4A6-E0973877C624}" srcId="{0232DC9E-A33A-4A91-9CA2-1DF153A4FC21}" destId="{0B3B9618-6B70-4757-9FF8-9B8ED62555FD}" srcOrd="1" destOrd="0" parTransId="{1357D993-C023-4009-AEB2-4B01DD35A7B3}" sibTransId="{8508E8F4-0E9C-47EC-9134-B914C0ADC435}"/>
    <dgm:cxn modelId="{2DD8B055-FA46-412A-B4EB-96613531F648}" type="presOf" srcId="{0232DC9E-A33A-4A91-9CA2-1DF153A4FC21}" destId="{4B65535C-4C49-49F0-9D2F-A719B8295EFD}" srcOrd="0" destOrd="0" presId="urn:microsoft.com/office/officeart/2005/8/layout/matrix3"/>
    <dgm:cxn modelId="{0A96A68E-639D-43A9-B60C-139D84582BCD}" type="presOf" srcId="{08E28D4F-BFDF-459B-B076-666E7FB5D325}" destId="{168A37B7-8A7D-44D1-ABAC-17962CF773C1}" srcOrd="0" destOrd="0" presId="urn:microsoft.com/office/officeart/2005/8/layout/matrix3"/>
    <dgm:cxn modelId="{5D927FB7-9FA6-4944-A8BC-5C4382E488C1}" srcId="{0232DC9E-A33A-4A91-9CA2-1DF153A4FC21}" destId="{48805F2A-00CD-4C54-AB59-DAC696350A48}" srcOrd="3" destOrd="0" parTransId="{3B4F6BEF-FFF5-4987-B285-F251030FA844}" sibTransId="{B6E5AFA0-FE69-4268-BEED-C30E79BEDD5A}"/>
    <dgm:cxn modelId="{71055DD7-3023-4AEF-8DDF-6633CB2E866C}" type="presOf" srcId="{0B3B9618-6B70-4757-9FF8-9B8ED62555FD}" destId="{A8FCE1F5-D0F3-42C6-B789-57CF7B05B15F}" srcOrd="0" destOrd="0" presId="urn:microsoft.com/office/officeart/2005/8/layout/matrix3"/>
    <dgm:cxn modelId="{587479DD-0F78-49ED-B43C-B534F868C92C}" type="presOf" srcId="{C264A46F-7D04-4313-95CD-E69B37A51DAB}" destId="{2DB1C759-BF50-4CF6-B836-5CD57EAEE3F8}" srcOrd="0" destOrd="0" presId="urn:microsoft.com/office/officeart/2005/8/layout/matrix3"/>
    <dgm:cxn modelId="{09FA3EEB-D926-4254-B4C2-B9C8043F4F4E}" type="presOf" srcId="{48805F2A-00CD-4C54-AB59-DAC696350A48}" destId="{C57D7B11-F69E-478F-B322-B02ACB4AA094}" srcOrd="0" destOrd="0" presId="urn:microsoft.com/office/officeart/2005/8/layout/matrix3"/>
    <dgm:cxn modelId="{2F1057D0-FA9A-4AA2-81E8-76DCEC6682A6}" type="presParOf" srcId="{4B65535C-4C49-49F0-9D2F-A719B8295EFD}" destId="{086B38AF-9ED5-46FF-8192-FBF37B871002}" srcOrd="0" destOrd="0" presId="urn:microsoft.com/office/officeart/2005/8/layout/matrix3"/>
    <dgm:cxn modelId="{72E1570E-E1CE-49C4-97CB-807A8BA2772F}" type="presParOf" srcId="{4B65535C-4C49-49F0-9D2F-A719B8295EFD}" destId="{168A37B7-8A7D-44D1-ABAC-17962CF773C1}" srcOrd="1" destOrd="0" presId="urn:microsoft.com/office/officeart/2005/8/layout/matrix3"/>
    <dgm:cxn modelId="{B97C0A08-ABD3-4C86-A96B-E5E0D8DE65DB}" type="presParOf" srcId="{4B65535C-4C49-49F0-9D2F-A719B8295EFD}" destId="{A8FCE1F5-D0F3-42C6-B789-57CF7B05B15F}" srcOrd="2" destOrd="0" presId="urn:microsoft.com/office/officeart/2005/8/layout/matrix3"/>
    <dgm:cxn modelId="{969BB812-2680-4D00-AB5B-7F6821FF8B8D}" type="presParOf" srcId="{4B65535C-4C49-49F0-9D2F-A719B8295EFD}" destId="{2DB1C759-BF50-4CF6-B836-5CD57EAEE3F8}" srcOrd="3" destOrd="0" presId="urn:microsoft.com/office/officeart/2005/8/layout/matrix3"/>
    <dgm:cxn modelId="{17CF5149-EF1E-415C-AF56-79159B3EA58D}" type="presParOf" srcId="{4B65535C-4C49-49F0-9D2F-A719B8295EFD}" destId="{C57D7B11-F69E-478F-B322-B02ACB4AA09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7884A2-C9D3-4664-9DB7-92007563D897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02E7CDC-B913-4C62-B71E-F989AFF0E80D}">
      <dgm:prSet/>
      <dgm:spPr/>
      <dgm:t>
        <a:bodyPr/>
        <a:lstStyle/>
        <a:p>
          <a:r>
            <a:rPr lang="es-ES" b="1" dirty="0"/>
            <a:t>El sistema está orientado a distintos perfiles dentro de una red local, permitiendo un acceso controlado según el nivel de responsabilidad.</a:t>
          </a:r>
          <a:endParaRPr lang="en-US" b="1" dirty="0"/>
        </a:p>
      </dgm:t>
    </dgm:pt>
    <dgm:pt modelId="{B50337E1-1ACD-4B69-BBD5-CE7751AEF082}" type="parTrans" cxnId="{9D321CA5-F5D0-4113-B455-F9771D3ECF07}">
      <dgm:prSet/>
      <dgm:spPr/>
      <dgm:t>
        <a:bodyPr/>
        <a:lstStyle/>
        <a:p>
          <a:endParaRPr lang="en-US"/>
        </a:p>
      </dgm:t>
    </dgm:pt>
    <dgm:pt modelId="{B9B99401-97F9-4757-B7CB-6C6C50195A2F}" type="sibTrans" cxnId="{9D321CA5-F5D0-4113-B455-F9771D3ECF07}">
      <dgm:prSet/>
      <dgm:spPr/>
      <dgm:t>
        <a:bodyPr/>
        <a:lstStyle/>
        <a:p>
          <a:endParaRPr lang="en-US"/>
        </a:p>
      </dgm:t>
    </dgm:pt>
    <dgm:pt modelId="{62099E10-4CA1-4C25-A04A-FF31430ABC5D}">
      <dgm:prSet/>
      <dgm:spPr/>
      <dgm:t>
        <a:bodyPr/>
        <a:lstStyle/>
        <a:p>
          <a:r>
            <a:rPr lang="es-ES" b="1" dirty="0"/>
            <a:t>Administrador de Red: configura el sistema, gestiona usuarios y ejecuta escaneos automáticos con Nmap.</a:t>
          </a:r>
          <a:endParaRPr lang="en-US" b="1" dirty="0"/>
        </a:p>
      </dgm:t>
    </dgm:pt>
    <dgm:pt modelId="{DA5B21BD-AA96-4DC7-AE76-13FFD9782EC3}" type="parTrans" cxnId="{DADBB017-825B-4640-8768-5F2B6D228658}">
      <dgm:prSet/>
      <dgm:spPr/>
      <dgm:t>
        <a:bodyPr/>
        <a:lstStyle/>
        <a:p>
          <a:endParaRPr lang="en-US"/>
        </a:p>
      </dgm:t>
    </dgm:pt>
    <dgm:pt modelId="{E0851D13-987C-48A6-AE36-98EF074D587E}" type="sibTrans" cxnId="{DADBB017-825B-4640-8768-5F2B6D228658}">
      <dgm:prSet/>
      <dgm:spPr/>
      <dgm:t>
        <a:bodyPr/>
        <a:lstStyle/>
        <a:p>
          <a:endParaRPr lang="en-US"/>
        </a:p>
      </dgm:t>
    </dgm:pt>
    <dgm:pt modelId="{D5C96EE2-17FF-487A-A84B-9AA9A87CC456}">
      <dgm:prSet/>
      <dgm:spPr/>
      <dgm:t>
        <a:bodyPr/>
        <a:lstStyle/>
        <a:p>
          <a:r>
            <a:rPr lang="es-ES" b="0" dirty="0"/>
            <a:t>Operador Técnico: monitorea dispositivos activos y consultas DNS mediante el </a:t>
          </a:r>
          <a:r>
            <a:rPr lang="es-ES" b="0" dirty="0" err="1"/>
            <a:t>dashboard</a:t>
          </a:r>
          <a:r>
            <a:rPr lang="es-ES" b="0" dirty="0"/>
            <a:t>.</a:t>
          </a:r>
          <a:endParaRPr lang="en-US" b="0" dirty="0"/>
        </a:p>
      </dgm:t>
    </dgm:pt>
    <dgm:pt modelId="{4E4F94FF-ABF9-48FA-87D3-F416544A7370}" type="parTrans" cxnId="{616065A2-1EB6-4CEA-A16C-4FACBCCA9B2C}">
      <dgm:prSet/>
      <dgm:spPr/>
      <dgm:t>
        <a:bodyPr/>
        <a:lstStyle/>
        <a:p>
          <a:endParaRPr lang="en-US"/>
        </a:p>
      </dgm:t>
    </dgm:pt>
    <dgm:pt modelId="{5A2A8DC3-6131-418C-A955-3D2FF6FEC8C5}" type="sibTrans" cxnId="{616065A2-1EB6-4CEA-A16C-4FACBCCA9B2C}">
      <dgm:prSet/>
      <dgm:spPr/>
      <dgm:t>
        <a:bodyPr/>
        <a:lstStyle/>
        <a:p>
          <a:endParaRPr lang="en-US"/>
        </a:p>
      </dgm:t>
    </dgm:pt>
    <dgm:pt modelId="{CA7D070D-C3BF-4A78-A4F7-8921F1A8E172}">
      <dgm:prSet/>
      <dgm:spPr/>
      <dgm:t>
        <a:bodyPr/>
        <a:lstStyle/>
        <a:p>
          <a:r>
            <a:rPr lang="es-ES" b="0" dirty="0"/>
            <a:t>Auditor / Lector: accede solo a visualización de métricas e historiales para tareas de supervisión.</a:t>
          </a:r>
          <a:endParaRPr lang="en-US" b="0" dirty="0"/>
        </a:p>
      </dgm:t>
    </dgm:pt>
    <dgm:pt modelId="{421811D2-3165-4DA8-B910-24FE1C74B7BC}" type="parTrans" cxnId="{249CCD63-D196-4CD2-BB1B-D4FCD2EF65D8}">
      <dgm:prSet/>
      <dgm:spPr/>
      <dgm:t>
        <a:bodyPr/>
        <a:lstStyle/>
        <a:p>
          <a:endParaRPr lang="en-US"/>
        </a:p>
      </dgm:t>
    </dgm:pt>
    <dgm:pt modelId="{15ECBD32-155B-429F-AD59-41386E4AA727}" type="sibTrans" cxnId="{249CCD63-D196-4CD2-BB1B-D4FCD2EF65D8}">
      <dgm:prSet/>
      <dgm:spPr/>
      <dgm:t>
        <a:bodyPr/>
        <a:lstStyle/>
        <a:p>
          <a:endParaRPr lang="en-US"/>
        </a:p>
      </dgm:t>
    </dgm:pt>
    <dgm:pt modelId="{6981506D-00AB-4AAB-944D-83E4A222B9D2}">
      <dgm:prSet/>
      <dgm:spPr/>
      <dgm:t>
        <a:bodyPr/>
        <a:lstStyle/>
        <a:p>
          <a:r>
            <a:rPr lang="es-ES" b="1" dirty="0"/>
            <a:t>El sistema beneficia a administradores de red, instituciones educativas, pequeñas empresas y entornos domésticos que requieren mayor control y trazabilidad.</a:t>
          </a:r>
          <a:endParaRPr lang="en-US" b="1" dirty="0"/>
        </a:p>
      </dgm:t>
    </dgm:pt>
    <dgm:pt modelId="{7B6E29C0-1E0F-41F1-BD73-564217AF901F}" type="parTrans" cxnId="{A72FA78E-50B7-4759-BB7F-AEF07D8D7F33}">
      <dgm:prSet/>
      <dgm:spPr/>
      <dgm:t>
        <a:bodyPr/>
        <a:lstStyle/>
        <a:p>
          <a:endParaRPr lang="en-US"/>
        </a:p>
      </dgm:t>
    </dgm:pt>
    <dgm:pt modelId="{7A0AAD4D-7324-498D-86E9-0AE0F41EE4E2}" type="sibTrans" cxnId="{A72FA78E-50B7-4759-BB7F-AEF07D8D7F33}">
      <dgm:prSet/>
      <dgm:spPr/>
      <dgm:t>
        <a:bodyPr/>
        <a:lstStyle/>
        <a:p>
          <a:endParaRPr lang="en-US"/>
        </a:p>
      </dgm:t>
    </dgm:pt>
    <dgm:pt modelId="{4C003A39-EB6B-48EE-9ECD-2FD3266C4423}" type="pres">
      <dgm:prSet presAssocID="{7D7884A2-C9D3-4664-9DB7-92007563D897}" presName="diagram" presStyleCnt="0">
        <dgm:presLayoutVars>
          <dgm:dir/>
          <dgm:resizeHandles val="exact"/>
        </dgm:presLayoutVars>
      </dgm:prSet>
      <dgm:spPr/>
    </dgm:pt>
    <dgm:pt modelId="{876E7827-8C85-419B-B413-0655A85F671E}" type="pres">
      <dgm:prSet presAssocID="{502E7CDC-B913-4C62-B71E-F989AFF0E80D}" presName="node" presStyleLbl="node1" presStyleIdx="0" presStyleCnt="5">
        <dgm:presLayoutVars>
          <dgm:bulletEnabled val="1"/>
        </dgm:presLayoutVars>
      </dgm:prSet>
      <dgm:spPr/>
    </dgm:pt>
    <dgm:pt modelId="{46D41F0D-2379-4996-9702-55C6D2E1C8FA}" type="pres">
      <dgm:prSet presAssocID="{B9B99401-97F9-4757-B7CB-6C6C50195A2F}" presName="sibTrans" presStyleCnt="0"/>
      <dgm:spPr/>
    </dgm:pt>
    <dgm:pt modelId="{F0C67904-52B7-4A04-A2B7-FDBEAAD33213}" type="pres">
      <dgm:prSet presAssocID="{62099E10-4CA1-4C25-A04A-FF31430ABC5D}" presName="node" presStyleLbl="node1" presStyleIdx="1" presStyleCnt="5">
        <dgm:presLayoutVars>
          <dgm:bulletEnabled val="1"/>
        </dgm:presLayoutVars>
      </dgm:prSet>
      <dgm:spPr/>
    </dgm:pt>
    <dgm:pt modelId="{0690E300-3A0E-4AAA-B77E-265BCC081CB1}" type="pres">
      <dgm:prSet presAssocID="{E0851D13-987C-48A6-AE36-98EF074D587E}" presName="sibTrans" presStyleCnt="0"/>
      <dgm:spPr/>
    </dgm:pt>
    <dgm:pt modelId="{94BA1AB7-444E-442A-B679-FE64E8CC5EF4}" type="pres">
      <dgm:prSet presAssocID="{D5C96EE2-17FF-487A-A84B-9AA9A87CC456}" presName="node" presStyleLbl="node1" presStyleIdx="2" presStyleCnt="5">
        <dgm:presLayoutVars>
          <dgm:bulletEnabled val="1"/>
        </dgm:presLayoutVars>
      </dgm:prSet>
      <dgm:spPr/>
    </dgm:pt>
    <dgm:pt modelId="{54CDF89C-A907-4873-A1F2-17465AE7DC83}" type="pres">
      <dgm:prSet presAssocID="{5A2A8DC3-6131-418C-A955-3D2FF6FEC8C5}" presName="sibTrans" presStyleCnt="0"/>
      <dgm:spPr/>
    </dgm:pt>
    <dgm:pt modelId="{AAF9F2A1-2684-4A0D-9338-3E3ED6E62155}" type="pres">
      <dgm:prSet presAssocID="{CA7D070D-C3BF-4A78-A4F7-8921F1A8E172}" presName="node" presStyleLbl="node1" presStyleIdx="3" presStyleCnt="5">
        <dgm:presLayoutVars>
          <dgm:bulletEnabled val="1"/>
        </dgm:presLayoutVars>
      </dgm:prSet>
      <dgm:spPr/>
    </dgm:pt>
    <dgm:pt modelId="{829ADA10-ACBB-4833-89F3-00E146AB49D3}" type="pres">
      <dgm:prSet presAssocID="{15ECBD32-155B-429F-AD59-41386E4AA727}" presName="sibTrans" presStyleCnt="0"/>
      <dgm:spPr/>
    </dgm:pt>
    <dgm:pt modelId="{3786DECD-5352-4CEC-8947-12BE5CBD1E58}" type="pres">
      <dgm:prSet presAssocID="{6981506D-00AB-4AAB-944D-83E4A222B9D2}" presName="node" presStyleLbl="node1" presStyleIdx="4" presStyleCnt="5">
        <dgm:presLayoutVars>
          <dgm:bulletEnabled val="1"/>
        </dgm:presLayoutVars>
      </dgm:prSet>
      <dgm:spPr/>
    </dgm:pt>
  </dgm:ptLst>
  <dgm:cxnLst>
    <dgm:cxn modelId="{B2108B12-4EC0-452D-A811-10006DCA93EF}" type="presOf" srcId="{D5C96EE2-17FF-487A-A84B-9AA9A87CC456}" destId="{94BA1AB7-444E-442A-B679-FE64E8CC5EF4}" srcOrd="0" destOrd="0" presId="urn:microsoft.com/office/officeart/2005/8/layout/default"/>
    <dgm:cxn modelId="{EFB6D612-3504-473B-A18B-DDA8FD3E5274}" type="presOf" srcId="{62099E10-4CA1-4C25-A04A-FF31430ABC5D}" destId="{F0C67904-52B7-4A04-A2B7-FDBEAAD33213}" srcOrd="0" destOrd="0" presId="urn:microsoft.com/office/officeart/2005/8/layout/default"/>
    <dgm:cxn modelId="{96AD4A16-892B-43DD-9B4E-29E84C9D1F3E}" type="presOf" srcId="{502E7CDC-B913-4C62-B71E-F989AFF0E80D}" destId="{876E7827-8C85-419B-B413-0655A85F671E}" srcOrd="0" destOrd="0" presId="urn:microsoft.com/office/officeart/2005/8/layout/default"/>
    <dgm:cxn modelId="{DADBB017-825B-4640-8768-5F2B6D228658}" srcId="{7D7884A2-C9D3-4664-9DB7-92007563D897}" destId="{62099E10-4CA1-4C25-A04A-FF31430ABC5D}" srcOrd="1" destOrd="0" parTransId="{DA5B21BD-AA96-4DC7-AE76-13FFD9782EC3}" sibTransId="{E0851D13-987C-48A6-AE36-98EF074D587E}"/>
    <dgm:cxn modelId="{D2531424-8276-4C1C-A3C7-A4019BE40BBE}" type="presOf" srcId="{7D7884A2-C9D3-4664-9DB7-92007563D897}" destId="{4C003A39-EB6B-48EE-9ECD-2FD3266C4423}" srcOrd="0" destOrd="0" presId="urn:microsoft.com/office/officeart/2005/8/layout/default"/>
    <dgm:cxn modelId="{249CCD63-D196-4CD2-BB1B-D4FCD2EF65D8}" srcId="{7D7884A2-C9D3-4664-9DB7-92007563D897}" destId="{CA7D070D-C3BF-4A78-A4F7-8921F1A8E172}" srcOrd="3" destOrd="0" parTransId="{421811D2-3165-4DA8-B910-24FE1C74B7BC}" sibTransId="{15ECBD32-155B-429F-AD59-41386E4AA727}"/>
    <dgm:cxn modelId="{B9108E7C-4E06-4E3F-938D-3D65DB7A7F80}" type="presOf" srcId="{6981506D-00AB-4AAB-944D-83E4A222B9D2}" destId="{3786DECD-5352-4CEC-8947-12BE5CBD1E58}" srcOrd="0" destOrd="0" presId="urn:microsoft.com/office/officeart/2005/8/layout/default"/>
    <dgm:cxn modelId="{FDCBCC85-D1AE-4786-A088-0472C92B98BE}" type="presOf" srcId="{CA7D070D-C3BF-4A78-A4F7-8921F1A8E172}" destId="{AAF9F2A1-2684-4A0D-9338-3E3ED6E62155}" srcOrd="0" destOrd="0" presId="urn:microsoft.com/office/officeart/2005/8/layout/default"/>
    <dgm:cxn modelId="{A72FA78E-50B7-4759-BB7F-AEF07D8D7F33}" srcId="{7D7884A2-C9D3-4664-9DB7-92007563D897}" destId="{6981506D-00AB-4AAB-944D-83E4A222B9D2}" srcOrd="4" destOrd="0" parTransId="{7B6E29C0-1E0F-41F1-BD73-564217AF901F}" sibTransId="{7A0AAD4D-7324-498D-86E9-0AE0F41EE4E2}"/>
    <dgm:cxn modelId="{616065A2-1EB6-4CEA-A16C-4FACBCCA9B2C}" srcId="{7D7884A2-C9D3-4664-9DB7-92007563D897}" destId="{D5C96EE2-17FF-487A-A84B-9AA9A87CC456}" srcOrd="2" destOrd="0" parTransId="{4E4F94FF-ABF9-48FA-87D3-F416544A7370}" sibTransId="{5A2A8DC3-6131-418C-A955-3D2FF6FEC8C5}"/>
    <dgm:cxn modelId="{9D321CA5-F5D0-4113-B455-F9771D3ECF07}" srcId="{7D7884A2-C9D3-4664-9DB7-92007563D897}" destId="{502E7CDC-B913-4C62-B71E-F989AFF0E80D}" srcOrd="0" destOrd="0" parTransId="{B50337E1-1ACD-4B69-BBD5-CE7751AEF082}" sibTransId="{B9B99401-97F9-4757-B7CB-6C6C50195A2F}"/>
    <dgm:cxn modelId="{52729B12-D7E2-49DA-A3CA-2C39F6AD0C66}" type="presParOf" srcId="{4C003A39-EB6B-48EE-9ECD-2FD3266C4423}" destId="{876E7827-8C85-419B-B413-0655A85F671E}" srcOrd="0" destOrd="0" presId="urn:microsoft.com/office/officeart/2005/8/layout/default"/>
    <dgm:cxn modelId="{C365156D-2E2A-4F41-9FB0-3E0147502248}" type="presParOf" srcId="{4C003A39-EB6B-48EE-9ECD-2FD3266C4423}" destId="{46D41F0D-2379-4996-9702-55C6D2E1C8FA}" srcOrd="1" destOrd="0" presId="urn:microsoft.com/office/officeart/2005/8/layout/default"/>
    <dgm:cxn modelId="{12F07BC8-58DA-44B4-B93C-1B07F01A35BA}" type="presParOf" srcId="{4C003A39-EB6B-48EE-9ECD-2FD3266C4423}" destId="{F0C67904-52B7-4A04-A2B7-FDBEAAD33213}" srcOrd="2" destOrd="0" presId="urn:microsoft.com/office/officeart/2005/8/layout/default"/>
    <dgm:cxn modelId="{238A0632-46E1-4FB8-BE1F-EBB2B4201213}" type="presParOf" srcId="{4C003A39-EB6B-48EE-9ECD-2FD3266C4423}" destId="{0690E300-3A0E-4AAA-B77E-265BCC081CB1}" srcOrd="3" destOrd="0" presId="urn:microsoft.com/office/officeart/2005/8/layout/default"/>
    <dgm:cxn modelId="{06B8B152-746B-4C20-893F-78FD7E6281CE}" type="presParOf" srcId="{4C003A39-EB6B-48EE-9ECD-2FD3266C4423}" destId="{94BA1AB7-444E-442A-B679-FE64E8CC5EF4}" srcOrd="4" destOrd="0" presId="urn:microsoft.com/office/officeart/2005/8/layout/default"/>
    <dgm:cxn modelId="{80B1D352-616A-4FE3-9E3C-E382F6CFD1C5}" type="presParOf" srcId="{4C003A39-EB6B-48EE-9ECD-2FD3266C4423}" destId="{54CDF89C-A907-4873-A1F2-17465AE7DC83}" srcOrd="5" destOrd="0" presId="urn:microsoft.com/office/officeart/2005/8/layout/default"/>
    <dgm:cxn modelId="{91156C46-9244-4DBA-AE16-D73BD81287FD}" type="presParOf" srcId="{4C003A39-EB6B-48EE-9ECD-2FD3266C4423}" destId="{AAF9F2A1-2684-4A0D-9338-3E3ED6E62155}" srcOrd="6" destOrd="0" presId="urn:microsoft.com/office/officeart/2005/8/layout/default"/>
    <dgm:cxn modelId="{317D3747-D88D-4D43-8C2D-C9B16E62C3E9}" type="presParOf" srcId="{4C003A39-EB6B-48EE-9ECD-2FD3266C4423}" destId="{829ADA10-ACBB-4833-89F3-00E146AB49D3}" srcOrd="7" destOrd="0" presId="urn:microsoft.com/office/officeart/2005/8/layout/default"/>
    <dgm:cxn modelId="{22ACDC10-FB1A-4BB2-A370-2B7A5436505A}" type="presParOf" srcId="{4C003A39-EB6B-48EE-9ECD-2FD3266C4423}" destId="{3786DECD-5352-4CEC-8947-12BE5CBD1E5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1896DC-476B-4DF5-9CF5-8FA4E58BCB3F}" type="doc">
      <dgm:prSet loTypeId="urn:microsoft.com/office/officeart/2018/2/layout/IconVerticalSolidList" loCatId="icon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FF958F2-2EA1-4E1F-8705-7BA50E14BAA9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Objetivo General</a:t>
          </a:r>
          <a:br>
            <a:rPr lang="es-ES" b="1" dirty="0"/>
          </a:br>
          <a:r>
            <a:rPr lang="es-ES" b="1" dirty="0"/>
            <a:t> Desarrollar un sistema web que integre Nmap y Pi-</a:t>
          </a:r>
          <a:r>
            <a:rPr lang="es-ES" b="1" dirty="0" err="1"/>
            <a:t>hole</a:t>
          </a:r>
          <a:r>
            <a:rPr lang="es-ES" b="1" dirty="0"/>
            <a:t> para monitorear y administrar dispositivos y consultas DNS en una red local, mejorando la seguridad, trazabilidad y eficiencia mediante software libre.</a:t>
          </a:r>
          <a:endParaRPr lang="en-US" b="1" dirty="0"/>
        </a:p>
      </dgm:t>
    </dgm:pt>
    <dgm:pt modelId="{F1E67FE3-34F0-4A83-98FA-A3D8A9386141}" type="parTrans" cxnId="{8366D51D-7302-45B8-B858-E83E158D373C}">
      <dgm:prSet/>
      <dgm:spPr/>
      <dgm:t>
        <a:bodyPr/>
        <a:lstStyle/>
        <a:p>
          <a:endParaRPr lang="en-US"/>
        </a:p>
      </dgm:t>
    </dgm:pt>
    <dgm:pt modelId="{D885401A-089D-4795-950A-418AC7592297}" type="sibTrans" cxnId="{8366D51D-7302-45B8-B858-E83E158D373C}">
      <dgm:prSet/>
      <dgm:spPr/>
      <dgm:t>
        <a:bodyPr/>
        <a:lstStyle/>
        <a:p>
          <a:endParaRPr lang="en-US"/>
        </a:p>
      </dgm:t>
    </dgm:pt>
    <dgm:pt modelId="{124830D7-7749-4525-AFD7-FB08E211013E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Objetivos Específicos</a:t>
          </a:r>
          <a:endParaRPr lang="en-US" b="1" dirty="0"/>
        </a:p>
      </dgm:t>
    </dgm:pt>
    <dgm:pt modelId="{A299208E-D295-4B69-8CE1-2CF81B63607B}" type="parTrans" cxnId="{83FC8AD1-FFF4-426B-968E-F159174A3953}">
      <dgm:prSet/>
      <dgm:spPr/>
      <dgm:t>
        <a:bodyPr/>
        <a:lstStyle/>
        <a:p>
          <a:endParaRPr lang="en-US"/>
        </a:p>
      </dgm:t>
    </dgm:pt>
    <dgm:pt modelId="{914F75AC-7750-43DD-AEC5-469BBC1D5BFF}" type="sibTrans" cxnId="{83FC8AD1-FFF4-426B-968E-F159174A3953}">
      <dgm:prSet/>
      <dgm:spPr/>
      <dgm:t>
        <a:bodyPr/>
        <a:lstStyle/>
        <a:p>
          <a:endParaRPr lang="en-US"/>
        </a:p>
      </dgm:t>
    </dgm:pt>
    <dgm:pt modelId="{3F04AF7D-B543-422C-8C07-6166D45A1BF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Automatizar la detección de IP y direcciones MAC con Nmap.</a:t>
          </a:r>
          <a:endParaRPr lang="en-US" b="1" dirty="0"/>
        </a:p>
      </dgm:t>
    </dgm:pt>
    <dgm:pt modelId="{D53CCB65-3B73-4431-AD2B-1E07FE26190B}" type="parTrans" cxnId="{F8C22817-9D47-4935-98CA-7AD0DF7813E8}">
      <dgm:prSet/>
      <dgm:spPr/>
      <dgm:t>
        <a:bodyPr/>
        <a:lstStyle/>
        <a:p>
          <a:endParaRPr lang="en-US"/>
        </a:p>
      </dgm:t>
    </dgm:pt>
    <dgm:pt modelId="{7B345964-A4B3-48AF-87DD-19F1E5D62517}" type="sibTrans" cxnId="{F8C22817-9D47-4935-98CA-7AD0DF7813E8}">
      <dgm:prSet/>
      <dgm:spPr/>
      <dgm:t>
        <a:bodyPr/>
        <a:lstStyle/>
        <a:p>
          <a:endParaRPr lang="en-US"/>
        </a:p>
      </dgm:t>
    </dgm:pt>
    <dgm:pt modelId="{00D15552-9327-4321-9EF4-C37AF47FF562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Registrar y correlacionar consultas DNS por dispositivo.</a:t>
          </a:r>
          <a:endParaRPr lang="en-US" b="1" dirty="0"/>
        </a:p>
      </dgm:t>
    </dgm:pt>
    <dgm:pt modelId="{73F303F1-396B-4BE0-AF29-DA74C9693A9E}" type="parTrans" cxnId="{9FA667FC-8ADA-428E-9706-C3BFB121E1AF}">
      <dgm:prSet/>
      <dgm:spPr/>
      <dgm:t>
        <a:bodyPr/>
        <a:lstStyle/>
        <a:p>
          <a:endParaRPr lang="en-US"/>
        </a:p>
      </dgm:t>
    </dgm:pt>
    <dgm:pt modelId="{BF014EF7-68CB-4C50-A204-000A11F8304A}" type="sibTrans" cxnId="{9FA667FC-8ADA-428E-9706-C3BFB121E1AF}">
      <dgm:prSet/>
      <dgm:spPr/>
      <dgm:t>
        <a:bodyPr/>
        <a:lstStyle/>
        <a:p>
          <a:endParaRPr lang="en-US"/>
        </a:p>
      </dgm:t>
    </dgm:pt>
    <dgm:pt modelId="{E6A65EBC-CDF6-47E8-9A29-A98587D5FD95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Implementar un dashboard con información en tiempo real.</a:t>
          </a:r>
          <a:endParaRPr lang="en-US" b="1"/>
        </a:p>
      </dgm:t>
    </dgm:pt>
    <dgm:pt modelId="{4B51875B-7BF3-40B1-8DB7-93D3B18EA16F}" type="parTrans" cxnId="{A28DA703-BF7B-41D6-99E3-3EDE228ADAC2}">
      <dgm:prSet/>
      <dgm:spPr/>
      <dgm:t>
        <a:bodyPr/>
        <a:lstStyle/>
        <a:p>
          <a:endParaRPr lang="en-US"/>
        </a:p>
      </dgm:t>
    </dgm:pt>
    <dgm:pt modelId="{936C3317-E93D-48E5-A411-45FD1ECD022F}" type="sibTrans" cxnId="{A28DA703-BF7B-41D6-99E3-3EDE228ADAC2}">
      <dgm:prSet/>
      <dgm:spPr/>
      <dgm:t>
        <a:bodyPr/>
        <a:lstStyle/>
        <a:p>
          <a:endParaRPr lang="en-US"/>
        </a:p>
      </dgm:t>
    </dgm:pt>
    <dgm:pt modelId="{F42F9B40-15D0-49E3-B975-E4B0BB955CD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Optimizar la base de datos para mayor rendimiento.</a:t>
          </a:r>
          <a:endParaRPr lang="en-US" b="1"/>
        </a:p>
      </dgm:t>
    </dgm:pt>
    <dgm:pt modelId="{C4189FBC-04DB-4C38-A9DA-FA56775946B7}" type="parTrans" cxnId="{DF56D165-94CF-4634-A55B-42CABE990F78}">
      <dgm:prSet/>
      <dgm:spPr/>
      <dgm:t>
        <a:bodyPr/>
        <a:lstStyle/>
        <a:p>
          <a:endParaRPr lang="en-US"/>
        </a:p>
      </dgm:t>
    </dgm:pt>
    <dgm:pt modelId="{F2D047EC-B852-4214-9977-BC4EFA7FED2C}" type="sibTrans" cxnId="{DF56D165-94CF-4634-A55B-42CABE990F78}">
      <dgm:prSet/>
      <dgm:spPr/>
      <dgm:t>
        <a:bodyPr/>
        <a:lstStyle/>
        <a:p>
          <a:endParaRPr lang="en-US"/>
        </a:p>
      </dgm:t>
    </dgm:pt>
    <dgm:pt modelId="{B77E15F9-0578-4668-95D0-4C76ACD2742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Validar el sistema mediante pruebas técnicas y métricas de desempeño.</a:t>
          </a:r>
          <a:endParaRPr lang="en-US" b="1"/>
        </a:p>
      </dgm:t>
    </dgm:pt>
    <dgm:pt modelId="{F4105D35-E434-4F8C-A1B9-B8D5C6A3539E}" type="parTrans" cxnId="{2DD735AB-670C-4A8B-A010-5CD270B655C7}">
      <dgm:prSet/>
      <dgm:spPr/>
      <dgm:t>
        <a:bodyPr/>
        <a:lstStyle/>
        <a:p>
          <a:endParaRPr lang="en-US"/>
        </a:p>
      </dgm:t>
    </dgm:pt>
    <dgm:pt modelId="{A38B39CD-CB83-4AF7-A7F5-4B44601B204D}" type="sibTrans" cxnId="{2DD735AB-670C-4A8B-A010-5CD270B655C7}">
      <dgm:prSet/>
      <dgm:spPr/>
      <dgm:t>
        <a:bodyPr/>
        <a:lstStyle/>
        <a:p>
          <a:endParaRPr lang="en-US"/>
        </a:p>
      </dgm:t>
    </dgm:pt>
    <dgm:pt modelId="{A97FAD70-81A2-4BD0-8FA4-BC093A8DFC4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i="1"/>
            <a:t>(Objetivos formulados bajo criterios SMART)</a:t>
          </a:r>
          <a:endParaRPr lang="en-US" b="1"/>
        </a:p>
      </dgm:t>
    </dgm:pt>
    <dgm:pt modelId="{3C9CA230-61DC-44FB-990B-E7C2F5C481DE}" type="parTrans" cxnId="{1FB69AA3-275D-415A-B979-2F5207FF351C}">
      <dgm:prSet/>
      <dgm:spPr/>
      <dgm:t>
        <a:bodyPr/>
        <a:lstStyle/>
        <a:p>
          <a:endParaRPr lang="en-US"/>
        </a:p>
      </dgm:t>
    </dgm:pt>
    <dgm:pt modelId="{C7C6437D-25F6-4C74-B1C7-543D06538521}" type="sibTrans" cxnId="{1FB69AA3-275D-415A-B979-2F5207FF351C}">
      <dgm:prSet/>
      <dgm:spPr/>
      <dgm:t>
        <a:bodyPr/>
        <a:lstStyle/>
        <a:p>
          <a:endParaRPr lang="en-US"/>
        </a:p>
      </dgm:t>
    </dgm:pt>
    <dgm:pt modelId="{7A3DFD81-C675-4335-9437-02D052C836F1}" type="pres">
      <dgm:prSet presAssocID="{3E1896DC-476B-4DF5-9CF5-8FA4E58BCB3F}" presName="root" presStyleCnt="0">
        <dgm:presLayoutVars>
          <dgm:dir/>
          <dgm:resizeHandles val="exact"/>
        </dgm:presLayoutVars>
      </dgm:prSet>
      <dgm:spPr/>
    </dgm:pt>
    <dgm:pt modelId="{655BF2CE-453D-482E-94C6-D5061C799B1D}" type="pres">
      <dgm:prSet presAssocID="{8FF958F2-2EA1-4E1F-8705-7BA50E14BAA9}" presName="compNode" presStyleCnt="0"/>
      <dgm:spPr/>
    </dgm:pt>
    <dgm:pt modelId="{88AEC874-7817-4981-80CB-91F8FEECA652}" type="pres">
      <dgm:prSet presAssocID="{8FF958F2-2EA1-4E1F-8705-7BA50E14BAA9}" presName="bgRect" presStyleLbl="bgShp" presStyleIdx="0" presStyleCnt="8" custLinFactNeighborX="1781" custLinFactNeighborY="-51489"/>
      <dgm:spPr/>
    </dgm:pt>
    <dgm:pt modelId="{F37528C2-8B43-4A90-9AD0-8D87867C1885}" type="pres">
      <dgm:prSet presAssocID="{8FF958F2-2EA1-4E1F-8705-7BA50E14BAA9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30028EDC-8ED5-4DB4-93A8-07447C0E3FDB}" type="pres">
      <dgm:prSet presAssocID="{8FF958F2-2EA1-4E1F-8705-7BA50E14BAA9}" presName="spaceRect" presStyleCnt="0"/>
      <dgm:spPr/>
    </dgm:pt>
    <dgm:pt modelId="{C550C357-5922-4888-83F2-8116AA172146}" type="pres">
      <dgm:prSet presAssocID="{8FF958F2-2EA1-4E1F-8705-7BA50E14BAA9}" presName="parTx" presStyleLbl="revTx" presStyleIdx="0" presStyleCnt="8">
        <dgm:presLayoutVars>
          <dgm:chMax val="0"/>
          <dgm:chPref val="0"/>
        </dgm:presLayoutVars>
      </dgm:prSet>
      <dgm:spPr/>
    </dgm:pt>
    <dgm:pt modelId="{6458F454-B95E-48A6-8AB8-241C05980FA3}" type="pres">
      <dgm:prSet presAssocID="{D885401A-089D-4795-950A-418AC7592297}" presName="sibTrans" presStyleCnt="0"/>
      <dgm:spPr/>
    </dgm:pt>
    <dgm:pt modelId="{97BA790A-377E-452C-89DB-914877629A74}" type="pres">
      <dgm:prSet presAssocID="{124830D7-7749-4525-AFD7-FB08E211013E}" presName="compNode" presStyleCnt="0"/>
      <dgm:spPr/>
    </dgm:pt>
    <dgm:pt modelId="{28BDC99B-C123-4E6B-B008-B68E05EFD70F}" type="pres">
      <dgm:prSet presAssocID="{124830D7-7749-4525-AFD7-FB08E211013E}" presName="bgRect" presStyleLbl="bgShp" presStyleIdx="1" presStyleCnt="8" custLinFactNeighborX="365" custLinFactNeighborY="75162"/>
      <dgm:spPr/>
    </dgm:pt>
    <dgm:pt modelId="{920141B1-6244-46AC-8D5D-B140B9D24002}" type="pres">
      <dgm:prSet presAssocID="{124830D7-7749-4525-AFD7-FB08E211013E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F99C750C-78EF-4765-BADA-70960C1D7534}" type="pres">
      <dgm:prSet presAssocID="{124830D7-7749-4525-AFD7-FB08E211013E}" presName="spaceRect" presStyleCnt="0"/>
      <dgm:spPr/>
    </dgm:pt>
    <dgm:pt modelId="{F20594A9-59C8-49DD-A6A3-D6B3B57E144F}" type="pres">
      <dgm:prSet presAssocID="{124830D7-7749-4525-AFD7-FB08E211013E}" presName="parTx" presStyleLbl="revTx" presStyleIdx="1" presStyleCnt="8" custScaleX="96983">
        <dgm:presLayoutVars>
          <dgm:chMax val="0"/>
          <dgm:chPref val="0"/>
        </dgm:presLayoutVars>
      </dgm:prSet>
      <dgm:spPr/>
    </dgm:pt>
    <dgm:pt modelId="{31EA46C8-8715-43F9-9059-DB0F850B15A1}" type="pres">
      <dgm:prSet presAssocID="{914F75AC-7750-43DD-AEC5-469BBC1D5BFF}" presName="sibTrans" presStyleCnt="0"/>
      <dgm:spPr/>
    </dgm:pt>
    <dgm:pt modelId="{69BFFABE-409C-4163-BCFD-C423CD91D495}" type="pres">
      <dgm:prSet presAssocID="{3F04AF7D-B543-422C-8C07-6166D45A1BF6}" presName="compNode" presStyleCnt="0"/>
      <dgm:spPr/>
    </dgm:pt>
    <dgm:pt modelId="{50434077-5040-44D6-AF40-9D510C4DBE29}" type="pres">
      <dgm:prSet presAssocID="{3F04AF7D-B543-422C-8C07-6166D45A1BF6}" presName="bgRect" presStyleLbl="bgShp" presStyleIdx="2" presStyleCnt="8" custLinFactNeighborX="365" custLinFactNeighborY="44703"/>
      <dgm:spPr/>
    </dgm:pt>
    <dgm:pt modelId="{59CF0751-7EB5-4476-84C6-3D82ED9A2B41}" type="pres">
      <dgm:prSet presAssocID="{3F04AF7D-B543-422C-8C07-6166D45A1BF6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7AB95914-C2F4-4FAA-9346-7C065B6B74A8}" type="pres">
      <dgm:prSet presAssocID="{3F04AF7D-B543-422C-8C07-6166D45A1BF6}" presName="spaceRect" presStyleCnt="0"/>
      <dgm:spPr/>
    </dgm:pt>
    <dgm:pt modelId="{60DBC9C8-EFC1-4E5A-9B65-B8271EAFE94B}" type="pres">
      <dgm:prSet presAssocID="{3F04AF7D-B543-422C-8C07-6166D45A1BF6}" presName="parTx" presStyleLbl="revTx" presStyleIdx="2" presStyleCnt="8">
        <dgm:presLayoutVars>
          <dgm:chMax val="0"/>
          <dgm:chPref val="0"/>
        </dgm:presLayoutVars>
      </dgm:prSet>
      <dgm:spPr/>
    </dgm:pt>
    <dgm:pt modelId="{242C75AC-9B82-4BE1-87A7-92B1E28C1BB1}" type="pres">
      <dgm:prSet presAssocID="{7B345964-A4B3-48AF-87DD-19F1E5D62517}" presName="sibTrans" presStyleCnt="0"/>
      <dgm:spPr/>
    </dgm:pt>
    <dgm:pt modelId="{CB6A571A-E7E3-4BFE-97C6-5EFEF1DE04E6}" type="pres">
      <dgm:prSet presAssocID="{00D15552-9327-4321-9EF4-C37AF47FF562}" presName="compNode" presStyleCnt="0"/>
      <dgm:spPr/>
    </dgm:pt>
    <dgm:pt modelId="{5241228C-5399-45F3-9428-66A67B508535}" type="pres">
      <dgm:prSet presAssocID="{00D15552-9327-4321-9EF4-C37AF47FF562}" presName="bgRect" presStyleLbl="bgShp" presStyleIdx="3" presStyleCnt="8" custLinFactNeighborX="365" custLinFactNeighborY="58459"/>
      <dgm:spPr/>
    </dgm:pt>
    <dgm:pt modelId="{28A620E9-606B-4F74-ABF7-D8F82C431C17}" type="pres">
      <dgm:prSet presAssocID="{00D15552-9327-4321-9EF4-C37AF47FF562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19E4F627-FFAC-4C81-9A45-0DEFF6D5F4F4}" type="pres">
      <dgm:prSet presAssocID="{00D15552-9327-4321-9EF4-C37AF47FF562}" presName="spaceRect" presStyleCnt="0"/>
      <dgm:spPr/>
    </dgm:pt>
    <dgm:pt modelId="{BD3A235E-E4B4-437C-81BA-1A15B9E8A5EF}" type="pres">
      <dgm:prSet presAssocID="{00D15552-9327-4321-9EF4-C37AF47FF562}" presName="parTx" presStyleLbl="revTx" presStyleIdx="3" presStyleCnt="8">
        <dgm:presLayoutVars>
          <dgm:chMax val="0"/>
          <dgm:chPref val="0"/>
        </dgm:presLayoutVars>
      </dgm:prSet>
      <dgm:spPr/>
    </dgm:pt>
    <dgm:pt modelId="{360F77A6-DAAD-4656-B3E2-1F006891C952}" type="pres">
      <dgm:prSet presAssocID="{BF014EF7-68CB-4C50-A204-000A11F8304A}" presName="sibTrans" presStyleCnt="0"/>
      <dgm:spPr/>
    </dgm:pt>
    <dgm:pt modelId="{04CF2A56-A0FE-4617-9A3C-6D3697B8682D}" type="pres">
      <dgm:prSet presAssocID="{E6A65EBC-CDF6-47E8-9A29-A98587D5FD95}" presName="compNode" presStyleCnt="0"/>
      <dgm:spPr/>
    </dgm:pt>
    <dgm:pt modelId="{57B8152D-C5F6-4068-BFAB-0B1C9B3F8BF6}" type="pres">
      <dgm:prSet presAssocID="{E6A65EBC-CDF6-47E8-9A29-A98587D5FD95}" presName="bgRect" presStyleLbl="bgShp" presStyleIdx="4" presStyleCnt="8" custLinFactNeighborX="365" custLinFactNeighborY="91864"/>
      <dgm:spPr/>
    </dgm:pt>
    <dgm:pt modelId="{7722C769-4B2C-4B1E-83CA-CB908DCF4AD4}" type="pres">
      <dgm:prSet presAssocID="{E6A65EBC-CDF6-47E8-9A29-A98587D5FD95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rona"/>
        </a:ext>
      </dgm:extLst>
    </dgm:pt>
    <dgm:pt modelId="{FCE3CB5A-D408-42AE-9803-B406A5122285}" type="pres">
      <dgm:prSet presAssocID="{E6A65EBC-CDF6-47E8-9A29-A98587D5FD95}" presName="spaceRect" presStyleCnt="0"/>
      <dgm:spPr/>
    </dgm:pt>
    <dgm:pt modelId="{0EAB9BCB-E383-4F67-8432-56AC9F8F9616}" type="pres">
      <dgm:prSet presAssocID="{E6A65EBC-CDF6-47E8-9A29-A98587D5FD95}" presName="parTx" presStyleLbl="revTx" presStyleIdx="4" presStyleCnt="8">
        <dgm:presLayoutVars>
          <dgm:chMax val="0"/>
          <dgm:chPref val="0"/>
        </dgm:presLayoutVars>
      </dgm:prSet>
      <dgm:spPr/>
    </dgm:pt>
    <dgm:pt modelId="{5882E8EE-147F-4FF6-A655-20F1C8CAB11F}" type="pres">
      <dgm:prSet presAssocID="{936C3317-E93D-48E5-A411-45FD1ECD022F}" presName="sibTrans" presStyleCnt="0"/>
      <dgm:spPr/>
    </dgm:pt>
    <dgm:pt modelId="{1EE5C534-E99D-4BD3-B237-5430752EED32}" type="pres">
      <dgm:prSet presAssocID="{F42F9B40-15D0-49E3-B975-E4B0BB955CDF}" presName="compNode" presStyleCnt="0"/>
      <dgm:spPr/>
    </dgm:pt>
    <dgm:pt modelId="{FBEA805F-865E-4DEB-8304-3D239E470F24}" type="pres">
      <dgm:prSet presAssocID="{F42F9B40-15D0-49E3-B975-E4B0BB955CDF}" presName="bgRect" presStyleLbl="bgShp" presStyleIdx="5" presStyleCnt="8" custLinFactNeighborX="365" custLinFactNeighborY="75161"/>
      <dgm:spPr/>
    </dgm:pt>
    <dgm:pt modelId="{B09EA099-5BE2-4F20-8641-342AF852320A}" type="pres">
      <dgm:prSet presAssocID="{F42F9B40-15D0-49E3-B975-E4B0BB955CDF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904115B3-7DD5-41C0-A5E6-C9D36D1B8055}" type="pres">
      <dgm:prSet presAssocID="{F42F9B40-15D0-49E3-B975-E4B0BB955CDF}" presName="spaceRect" presStyleCnt="0"/>
      <dgm:spPr/>
    </dgm:pt>
    <dgm:pt modelId="{CAB5AB34-15F6-4C7D-AA97-974FAA469DCC}" type="pres">
      <dgm:prSet presAssocID="{F42F9B40-15D0-49E3-B975-E4B0BB955CDF}" presName="parTx" presStyleLbl="revTx" presStyleIdx="5" presStyleCnt="8">
        <dgm:presLayoutVars>
          <dgm:chMax val="0"/>
          <dgm:chPref val="0"/>
        </dgm:presLayoutVars>
      </dgm:prSet>
      <dgm:spPr/>
    </dgm:pt>
    <dgm:pt modelId="{930F511E-38A3-4957-93D3-C2056DF6FC62}" type="pres">
      <dgm:prSet presAssocID="{F2D047EC-B852-4214-9977-BC4EFA7FED2C}" presName="sibTrans" presStyleCnt="0"/>
      <dgm:spPr/>
    </dgm:pt>
    <dgm:pt modelId="{3EE981A2-3E64-4469-A1F9-60267E26EFAC}" type="pres">
      <dgm:prSet presAssocID="{B77E15F9-0578-4668-95D0-4C76ACD27421}" presName="compNode" presStyleCnt="0"/>
      <dgm:spPr/>
    </dgm:pt>
    <dgm:pt modelId="{97F85B48-1349-46E5-9843-23A2BCE82B1F}" type="pres">
      <dgm:prSet presAssocID="{B77E15F9-0578-4668-95D0-4C76ACD27421}" presName="bgRect" presStyleLbl="bgShp" presStyleIdx="6" presStyleCnt="8" custLinFactNeighborX="365" custLinFactNeighborY="83512"/>
      <dgm:spPr/>
    </dgm:pt>
    <dgm:pt modelId="{FE6753D4-E919-4400-B534-C8D66C467DBC}" type="pres">
      <dgm:prSet presAssocID="{B77E15F9-0578-4668-95D0-4C76ACD27421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695145A-9E98-444E-9377-5A71A2B163B3}" type="pres">
      <dgm:prSet presAssocID="{B77E15F9-0578-4668-95D0-4C76ACD27421}" presName="spaceRect" presStyleCnt="0"/>
      <dgm:spPr/>
    </dgm:pt>
    <dgm:pt modelId="{7442D1AC-3AF4-4CD4-9DCB-33B5B15C0B20}" type="pres">
      <dgm:prSet presAssocID="{B77E15F9-0578-4668-95D0-4C76ACD27421}" presName="parTx" presStyleLbl="revTx" presStyleIdx="6" presStyleCnt="8">
        <dgm:presLayoutVars>
          <dgm:chMax val="0"/>
          <dgm:chPref val="0"/>
        </dgm:presLayoutVars>
      </dgm:prSet>
      <dgm:spPr/>
    </dgm:pt>
    <dgm:pt modelId="{6AC00FD3-44E3-48E8-A42F-4F403447ACA5}" type="pres">
      <dgm:prSet presAssocID="{A38B39CD-CB83-4AF7-A7F5-4B44601B204D}" presName="sibTrans" presStyleCnt="0"/>
      <dgm:spPr/>
    </dgm:pt>
    <dgm:pt modelId="{8F8C0CFE-D49B-429E-825F-56E1AB943AD5}" type="pres">
      <dgm:prSet presAssocID="{A97FAD70-81A2-4BD0-8FA4-BC093A8DFC4D}" presName="compNode" presStyleCnt="0"/>
      <dgm:spPr/>
    </dgm:pt>
    <dgm:pt modelId="{825E143E-28B3-42B4-9460-E466BFB81357}" type="pres">
      <dgm:prSet presAssocID="{A97FAD70-81A2-4BD0-8FA4-BC093A8DFC4D}" presName="bgRect" presStyleLbl="bgShp" presStyleIdx="7" presStyleCnt="8" custLinFactNeighborX="365" custLinFactNeighborY="75161"/>
      <dgm:spPr/>
    </dgm:pt>
    <dgm:pt modelId="{1136A06B-4C4D-462A-A959-A329698E11D1}" type="pres">
      <dgm:prSet presAssocID="{A97FAD70-81A2-4BD0-8FA4-BC093A8DFC4D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s clef"/>
        </a:ext>
      </dgm:extLst>
    </dgm:pt>
    <dgm:pt modelId="{D8B46AC7-8E1E-4792-9E00-92FA989E5E99}" type="pres">
      <dgm:prSet presAssocID="{A97FAD70-81A2-4BD0-8FA4-BC093A8DFC4D}" presName="spaceRect" presStyleCnt="0"/>
      <dgm:spPr/>
    </dgm:pt>
    <dgm:pt modelId="{90E28292-787F-4C01-B5AC-711D81CDAE4B}" type="pres">
      <dgm:prSet presAssocID="{A97FAD70-81A2-4BD0-8FA4-BC093A8DFC4D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A28DA703-BF7B-41D6-99E3-3EDE228ADAC2}" srcId="{3E1896DC-476B-4DF5-9CF5-8FA4E58BCB3F}" destId="{E6A65EBC-CDF6-47E8-9A29-A98587D5FD95}" srcOrd="4" destOrd="0" parTransId="{4B51875B-7BF3-40B1-8DB7-93D3B18EA16F}" sibTransId="{936C3317-E93D-48E5-A411-45FD1ECD022F}"/>
    <dgm:cxn modelId="{D770DA08-8726-4064-B621-88F532D649A3}" type="presOf" srcId="{8FF958F2-2EA1-4E1F-8705-7BA50E14BAA9}" destId="{C550C357-5922-4888-83F2-8116AA172146}" srcOrd="0" destOrd="0" presId="urn:microsoft.com/office/officeart/2018/2/layout/IconVerticalSolidList"/>
    <dgm:cxn modelId="{3492A013-C1AC-47E8-8A8C-2E641D2BBB09}" type="presOf" srcId="{E6A65EBC-CDF6-47E8-9A29-A98587D5FD95}" destId="{0EAB9BCB-E383-4F67-8432-56AC9F8F9616}" srcOrd="0" destOrd="0" presId="urn:microsoft.com/office/officeart/2018/2/layout/IconVerticalSolidList"/>
    <dgm:cxn modelId="{F8C22817-9D47-4935-98CA-7AD0DF7813E8}" srcId="{3E1896DC-476B-4DF5-9CF5-8FA4E58BCB3F}" destId="{3F04AF7D-B543-422C-8C07-6166D45A1BF6}" srcOrd="2" destOrd="0" parTransId="{D53CCB65-3B73-4431-AD2B-1E07FE26190B}" sibTransId="{7B345964-A4B3-48AF-87DD-19F1E5D62517}"/>
    <dgm:cxn modelId="{8366D51D-7302-45B8-B858-E83E158D373C}" srcId="{3E1896DC-476B-4DF5-9CF5-8FA4E58BCB3F}" destId="{8FF958F2-2EA1-4E1F-8705-7BA50E14BAA9}" srcOrd="0" destOrd="0" parTransId="{F1E67FE3-34F0-4A83-98FA-A3D8A9386141}" sibTransId="{D885401A-089D-4795-950A-418AC7592297}"/>
    <dgm:cxn modelId="{BD448939-6715-488D-9204-39BFCBD6CACC}" type="presOf" srcId="{A97FAD70-81A2-4BD0-8FA4-BC093A8DFC4D}" destId="{90E28292-787F-4C01-B5AC-711D81CDAE4B}" srcOrd="0" destOrd="0" presId="urn:microsoft.com/office/officeart/2018/2/layout/IconVerticalSolidList"/>
    <dgm:cxn modelId="{6AFEC940-9005-42C2-B1BF-6842C9F150FA}" type="presOf" srcId="{B77E15F9-0578-4668-95D0-4C76ACD27421}" destId="{7442D1AC-3AF4-4CD4-9DCB-33B5B15C0B20}" srcOrd="0" destOrd="0" presId="urn:microsoft.com/office/officeart/2018/2/layout/IconVerticalSolidList"/>
    <dgm:cxn modelId="{DF56D165-94CF-4634-A55B-42CABE990F78}" srcId="{3E1896DC-476B-4DF5-9CF5-8FA4E58BCB3F}" destId="{F42F9B40-15D0-49E3-B975-E4B0BB955CDF}" srcOrd="5" destOrd="0" parTransId="{C4189FBC-04DB-4C38-A9DA-FA56775946B7}" sibTransId="{F2D047EC-B852-4214-9977-BC4EFA7FED2C}"/>
    <dgm:cxn modelId="{97E30183-DF5D-4DBC-B002-FDCBE9B1A4F0}" type="presOf" srcId="{124830D7-7749-4525-AFD7-FB08E211013E}" destId="{F20594A9-59C8-49DD-A6A3-D6B3B57E144F}" srcOrd="0" destOrd="0" presId="urn:microsoft.com/office/officeart/2018/2/layout/IconVerticalSolidList"/>
    <dgm:cxn modelId="{F5628D85-DC3A-42DB-ABF5-1041F9F09964}" type="presOf" srcId="{3F04AF7D-B543-422C-8C07-6166D45A1BF6}" destId="{60DBC9C8-EFC1-4E5A-9B65-B8271EAFE94B}" srcOrd="0" destOrd="0" presId="urn:microsoft.com/office/officeart/2018/2/layout/IconVerticalSolidList"/>
    <dgm:cxn modelId="{55316390-01D6-4E2D-8155-58D983718C13}" type="presOf" srcId="{F42F9B40-15D0-49E3-B975-E4B0BB955CDF}" destId="{CAB5AB34-15F6-4C7D-AA97-974FAA469DCC}" srcOrd="0" destOrd="0" presId="urn:microsoft.com/office/officeart/2018/2/layout/IconVerticalSolidList"/>
    <dgm:cxn modelId="{1FB69AA3-275D-415A-B979-2F5207FF351C}" srcId="{3E1896DC-476B-4DF5-9CF5-8FA4E58BCB3F}" destId="{A97FAD70-81A2-4BD0-8FA4-BC093A8DFC4D}" srcOrd="7" destOrd="0" parTransId="{3C9CA230-61DC-44FB-990B-E7C2F5C481DE}" sibTransId="{C7C6437D-25F6-4C74-B1C7-543D06538521}"/>
    <dgm:cxn modelId="{2DD735AB-670C-4A8B-A010-5CD270B655C7}" srcId="{3E1896DC-476B-4DF5-9CF5-8FA4E58BCB3F}" destId="{B77E15F9-0578-4668-95D0-4C76ACD27421}" srcOrd="6" destOrd="0" parTransId="{F4105D35-E434-4F8C-A1B9-B8D5C6A3539E}" sibTransId="{A38B39CD-CB83-4AF7-A7F5-4B44601B204D}"/>
    <dgm:cxn modelId="{49E808C2-A803-4BB7-8AEB-26C7174A984F}" type="presOf" srcId="{3E1896DC-476B-4DF5-9CF5-8FA4E58BCB3F}" destId="{7A3DFD81-C675-4335-9437-02D052C836F1}" srcOrd="0" destOrd="0" presId="urn:microsoft.com/office/officeart/2018/2/layout/IconVerticalSolidList"/>
    <dgm:cxn modelId="{83FC8AD1-FFF4-426B-968E-F159174A3953}" srcId="{3E1896DC-476B-4DF5-9CF5-8FA4E58BCB3F}" destId="{124830D7-7749-4525-AFD7-FB08E211013E}" srcOrd="1" destOrd="0" parTransId="{A299208E-D295-4B69-8CE1-2CF81B63607B}" sibTransId="{914F75AC-7750-43DD-AEC5-469BBC1D5BFF}"/>
    <dgm:cxn modelId="{2E7B4BFB-284C-4981-AE94-1A1A7B8C2353}" type="presOf" srcId="{00D15552-9327-4321-9EF4-C37AF47FF562}" destId="{BD3A235E-E4B4-437C-81BA-1A15B9E8A5EF}" srcOrd="0" destOrd="0" presId="urn:microsoft.com/office/officeart/2018/2/layout/IconVerticalSolidList"/>
    <dgm:cxn modelId="{9FA667FC-8ADA-428E-9706-C3BFB121E1AF}" srcId="{3E1896DC-476B-4DF5-9CF5-8FA4E58BCB3F}" destId="{00D15552-9327-4321-9EF4-C37AF47FF562}" srcOrd="3" destOrd="0" parTransId="{73F303F1-396B-4BE0-AF29-DA74C9693A9E}" sibTransId="{BF014EF7-68CB-4C50-A204-000A11F8304A}"/>
    <dgm:cxn modelId="{6CD45073-9E37-4F4A-B403-689FD83FFAEC}" type="presParOf" srcId="{7A3DFD81-C675-4335-9437-02D052C836F1}" destId="{655BF2CE-453D-482E-94C6-D5061C799B1D}" srcOrd="0" destOrd="0" presId="urn:microsoft.com/office/officeart/2018/2/layout/IconVerticalSolidList"/>
    <dgm:cxn modelId="{BBBD63DF-6C12-420D-82C8-D5E1D417CFF3}" type="presParOf" srcId="{655BF2CE-453D-482E-94C6-D5061C799B1D}" destId="{88AEC874-7817-4981-80CB-91F8FEECA652}" srcOrd="0" destOrd="0" presId="urn:microsoft.com/office/officeart/2018/2/layout/IconVerticalSolidList"/>
    <dgm:cxn modelId="{1CF6C5A2-8612-4AD7-AE23-94D95B6C311A}" type="presParOf" srcId="{655BF2CE-453D-482E-94C6-D5061C799B1D}" destId="{F37528C2-8B43-4A90-9AD0-8D87867C1885}" srcOrd="1" destOrd="0" presId="urn:microsoft.com/office/officeart/2018/2/layout/IconVerticalSolidList"/>
    <dgm:cxn modelId="{DF4F6DB1-DC76-4B7D-8DCD-43269DAE0432}" type="presParOf" srcId="{655BF2CE-453D-482E-94C6-D5061C799B1D}" destId="{30028EDC-8ED5-4DB4-93A8-07447C0E3FDB}" srcOrd="2" destOrd="0" presId="urn:microsoft.com/office/officeart/2018/2/layout/IconVerticalSolidList"/>
    <dgm:cxn modelId="{BDABFE4A-D908-47FB-8B0A-E35A8EFC1702}" type="presParOf" srcId="{655BF2CE-453D-482E-94C6-D5061C799B1D}" destId="{C550C357-5922-4888-83F2-8116AA172146}" srcOrd="3" destOrd="0" presId="urn:microsoft.com/office/officeart/2018/2/layout/IconVerticalSolidList"/>
    <dgm:cxn modelId="{6FD1609C-E093-4148-B1DB-D7BA2590D78B}" type="presParOf" srcId="{7A3DFD81-C675-4335-9437-02D052C836F1}" destId="{6458F454-B95E-48A6-8AB8-241C05980FA3}" srcOrd="1" destOrd="0" presId="urn:microsoft.com/office/officeart/2018/2/layout/IconVerticalSolidList"/>
    <dgm:cxn modelId="{EAE8CA81-E9F2-4743-B26B-EDB195581386}" type="presParOf" srcId="{7A3DFD81-C675-4335-9437-02D052C836F1}" destId="{97BA790A-377E-452C-89DB-914877629A74}" srcOrd="2" destOrd="0" presId="urn:microsoft.com/office/officeart/2018/2/layout/IconVerticalSolidList"/>
    <dgm:cxn modelId="{3A131789-6244-4A76-86DC-BCA3CB6CCC73}" type="presParOf" srcId="{97BA790A-377E-452C-89DB-914877629A74}" destId="{28BDC99B-C123-4E6B-B008-B68E05EFD70F}" srcOrd="0" destOrd="0" presId="urn:microsoft.com/office/officeart/2018/2/layout/IconVerticalSolidList"/>
    <dgm:cxn modelId="{9C5AFF9B-846F-4E98-827B-DE52C210FEAA}" type="presParOf" srcId="{97BA790A-377E-452C-89DB-914877629A74}" destId="{920141B1-6244-46AC-8D5D-B140B9D24002}" srcOrd="1" destOrd="0" presId="urn:microsoft.com/office/officeart/2018/2/layout/IconVerticalSolidList"/>
    <dgm:cxn modelId="{ABCF9DF1-9FB9-4397-BD96-33931EB68708}" type="presParOf" srcId="{97BA790A-377E-452C-89DB-914877629A74}" destId="{F99C750C-78EF-4765-BADA-70960C1D7534}" srcOrd="2" destOrd="0" presId="urn:microsoft.com/office/officeart/2018/2/layout/IconVerticalSolidList"/>
    <dgm:cxn modelId="{0ED54AC8-2BAB-48DB-8DFA-759251A7857A}" type="presParOf" srcId="{97BA790A-377E-452C-89DB-914877629A74}" destId="{F20594A9-59C8-49DD-A6A3-D6B3B57E144F}" srcOrd="3" destOrd="0" presId="urn:microsoft.com/office/officeart/2018/2/layout/IconVerticalSolidList"/>
    <dgm:cxn modelId="{9783F0BD-6A7A-4F82-AAD5-FBF86A818826}" type="presParOf" srcId="{7A3DFD81-C675-4335-9437-02D052C836F1}" destId="{31EA46C8-8715-43F9-9059-DB0F850B15A1}" srcOrd="3" destOrd="0" presId="urn:microsoft.com/office/officeart/2018/2/layout/IconVerticalSolidList"/>
    <dgm:cxn modelId="{CC2B625B-D960-4CD1-BA6F-FDDF08C6A951}" type="presParOf" srcId="{7A3DFD81-C675-4335-9437-02D052C836F1}" destId="{69BFFABE-409C-4163-BCFD-C423CD91D495}" srcOrd="4" destOrd="0" presId="urn:microsoft.com/office/officeart/2018/2/layout/IconVerticalSolidList"/>
    <dgm:cxn modelId="{9EE99DA0-0C05-45A4-980E-182B1D910F16}" type="presParOf" srcId="{69BFFABE-409C-4163-BCFD-C423CD91D495}" destId="{50434077-5040-44D6-AF40-9D510C4DBE29}" srcOrd="0" destOrd="0" presId="urn:microsoft.com/office/officeart/2018/2/layout/IconVerticalSolidList"/>
    <dgm:cxn modelId="{E775460E-47C7-4425-8253-A47F721487CA}" type="presParOf" srcId="{69BFFABE-409C-4163-BCFD-C423CD91D495}" destId="{59CF0751-7EB5-4476-84C6-3D82ED9A2B41}" srcOrd="1" destOrd="0" presId="urn:microsoft.com/office/officeart/2018/2/layout/IconVerticalSolidList"/>
    <dgm:cxn modelId="{E8A7F924-7F4E-4DB9-AA09-21C3C3CCF40F}" type="presParOf" srcId="{69BFFABE-409C-4163-BCFD-C423CD91D495}" destId="{7AB95914-C2F4-4FAA-9346-7C065B6B74A8}" srcOrd="2" destOrd="0" presId="urn:microsoft.com/office/officeart/2018/2/layout/IconVerticalSolidList"/>
    <dgm:cxn modelId="{20D5B9CC-B300-47F4-9B34-F344510B7BF8}" type="presParOf" srcId="{69BFFABE-409C-4163-BCFD-C423CD91D495}" destId="{60DBC9C8-EFC1-4E5A-9B65-B8271EAFE94B}" srcOrd="3" destOrd="0" presId="urn:microsoft.com/office/officeart/2018/2/layout/IconVerticalSolidList"/>
    <dgm:cxn modelId="{6C6DF042-C04A-45A6-9CD6-FC72D45B471F}" type="presParOf" srcId="{7A3DFD81-C675-4335-9437-02D052C836F1}" destId="{242C75AC-9B82-4BE1-87A7-92B1E28C1BB1}" srcOrd="5" destOrd="0" presId="urn:microsoft.com/office/officeart/2018/2/layout/IconVerticalSolidList"/>
    <dgm:cxn modelId="{FA50892E-130B-48AC-9A0C-2611F34F60F9}" type="presParOf" srcId="{7A3DFD81-C675-4335-9437-02D052C836F1}" destId="{CB6A571A-E7E3-4BFE-97C6-5EFEF1DE04E6}" srcOrd="6" destOrd="0" presId="urn:microsoft.com/office/officeart/2018/2/layout/IconVerticalSolidList"/>
    <dgm:cxn modelId="{92A33890-D7A3-4FBC-A880-AC047936D01A}" type="presParOf" srcId="{CB6A571A-E7E3-4BFE-97C6-5EFEF1DE04E6}" destId="{5241228C-5399-45F3-9428-66A67B508535}" srcOrd="0" destOrd="0" presId="urn:microsoft.com/office/officeart/2018/2/layout/IconVerticalSolidList"/>
    <dgm:cxn modelId="{4D238C4D-BECE-4F2D-89F0-2D50B608508E}" type="presParOf" srcId="{CB6A571A-E7E3-4BFE-97C6-5EFEF1DE04E6}" destId="{28A620E9-606B-4F74-ABF7-D8F82C431C17}" srcOrd="1" destOrd="0" presId="urn:microsoft.com/office/officeart/2018/2/layout/IconVerticalSolidList"/>
    <dgm:cxn modelId="{2CBCAA4D-96C6-4D46-9AAB-4E6C2AB61EAF}" type="presParOf" srcId="{CB6A571A-E7E3-4BFE-97C6-5EFEF1DE04E6}" destId="{19E4F627-FFAC-4C81-9A45-0DEFF6D5F4F4}" srcOrd="2" destOrd="0" presId="urn:microsoft.com/office/officeart/2018/2/layout/IconVerticalSolidList"/>
    <dgm:cxn modelId="{CCA1EEF0-42EF-4D3E-9437-F1957E2C169F}" type="presParOf" srcId="{CB6A571A-E7E3-4BFE-97C6-5EFEF1DE04E6}" destId="{BD3A235E-E4B4-437C-81BA-1A15B9E8A5EF}" srcOrd="3" destOrd="0" presId="urn:microsoft.com/office/officeart/2018/2/layout/IconVerticalSolidList"/>
    <dgm:cxn modelId="{3DC4F9B5-2946-4F6D-A0A0-9428D549F2DD}" type="presParOf" srcId="{7A3DFD81-C675-4335-9437-02D052C836F1}" destId="{360F77A6-DAAD-4656-B3E2-1F006891C952}" srcOrd="7" destOrd="0" presId="urn:microsoft.com/office/officeart/2018/2/layout/IconVerticalSolidList"/>
    <dgm:cxn modelId="{29E6533D-DCE4-4DEA-B611-A4CA98BE574E}" type="presParOf" srcId="{7A3DFD81-C675-4335-9437-02D052C836F1}" destId="{04CF2A56-A0FE-4617-9A3C-6D3697B8682D}" srcOrd="8" destOrd="0" presId="urn:microsoft.com/office/officeart/2018/2/layout/IconVerticalSolidList"/>
    <dgm:cxn modelId="{BA0F18CC-E07F-4BA7-875A-AE589A3F9594}" type="presParOf" srcId="{04CF2A56-A0FE-4617-9A3C-6D3697B8682D}" destId="{57B8152D-C5F6-4068-BFAB-0B1C9B3F8BF6}" srcOrd="0" destOrd="0" presId="urn:microsoft.com/office/officeart/2018/2/layout/IconVerticalSolidList"/>
    <dgm:cxn modelId="{898FC421-D65A-4941-81F2-8CB4C302FDFF}" type="presParOf" srcId="{04CF2A56-A0FE-4617-9A3C-6D3697B8682D}" destId="{7722C769-4B2C-4B1E-83CA-CB908DCF4AD4}" srcOrd="1" destOrd="0" presId="urn:microsoft.com/office/officeart/2018/2/layout/IconVerticalSolidList"/>
    <dgm:cxn modelId="{04834C01-B330-440F-8E48-F597F0FA1968}" type="presParOf" srcId="{04CF2A56-A0FE-4617-9A3C-6D3697B8682D}" destId="{FCE3CB5A-D408-42AE-9803-B406A5122285}" srcOrd="2" destOrd="0" presId="urn:microsoft.com/office/officeart/2018/2/layout/IconVerticalSolidList"/>
    <dgm:cxn modelId="{0C41DFC8-C13C-4BE2-A9B4-E4F542278640}" type="presParOf" srcId="{04CF2A56-A0FE-4617-9A3C-6D3697B8682D}" destId="{0EAB9BCB-E383-4F67-8432-56AC9F8F9616}" srcOrd="3" destOrd="0" presId="urn:microsoft.com/office/officeart/2018/2/layout/IconVerticalSolidList"/>
    <dgm:cxn modelId="{1665003F-FC06-4B5D-ACBE-FBEB7155B515}" type="presParOf" srcId="{7A3DFD81-C675-4335-9437-02D052C836F1}" destId="{5882E8EE-147F-4FF6-A655-20F1C8CAB11F}" srcOrd="9" destOrd="0" presId="urn:microsoft.com/office/officeart/2018/2/layout/IconVerticalSolidList"/>
    <dgm:cxn modelId="{E0A6C2FD-462E-4E2A-AB49-276C66130FE7}" type="presParOf" srcId="{7A3DFD81-C675-4335-9437-02D052C836F1}" destId="{1EE5C534-E99D-4BD3-B237-5430752EED32}" srcOrd="10" destOrd="0" presId="urn:microsoft.com/office/officeart/2018/2/layout/IconVerticalSolidList"/>
    <dgm:cxn modelId="{611B26BF-C99F-468B-BD69-40521AEEBE64}" type="presParOf" srcId="{1EE5C534-E99D-4BD3-B237-5430752EED32}" destId="{FBEA805F-865E-4DEB-8304-3D239E470F24}" srcOrd="0" destOrd="0" presId="urn:microsoft.com/office/officeart/2018/2/layout/IconVerticalSolidList"/>
    <dgm:cxn modelId="{43D0BE5C-2157-4BF1-B9B3-13E578EAD65D}" type="presParOf" srcId="{1EE5C534-E99D-4BD3-B237-5430752EED32}" destId="{B09EA099-5BE2-4F20-8641-342AF852320A}" srcOrd="1" destOrd="0" presId="urn:microsoft.com/office/officeart/2018/2/layout/IconVerticalSolidList"/>
    <dgm:cxn modelId="{AAD9EF56-E90E-4FC7-B480-A64A7B0C1D8F}" type="presParOf" srcId="{1EE5C534-E99D-4BD3-B237-5430752EED32}" destId="{904115B3-7DD5-41C0-A5E6-C9D36D1B8055}" srcOrd="2" destOrd="0" presId="urn:microsoft.com/office/officeart/2018/2/layout/IconVerticalSolidList"/>
    <dgm:cxn modelId="{C53CD65E-E94B-4128-89EB-2A7EA469A22E}" type="presParOf" srcId="{1EE5C534-E99D-4BD3-B237-5430752EED32}" destId="{CAB5AB34-15F6-4C7D-AA97-974FAA469DCC}" srcOrd="3" destOrd="0" presId="urn:microsoft.com/office/officeart/2018/2/layout/IconVerticalSolidList"/>
    <dgm:cxn modelId="{094802BF-739A-4C58-B5D7-87031B63E422}" type="presParOf" srcId="{7A3DFD81-C675-4335-9437-02D052C836F1}" destId="{930F511E-38A3-4957-93D3-C2056DF6FC62}" srcOrd="11" destOrd="0" presId="urn:microsoft.com/office/officeart/2018/2/layout/IconVerticalSolidList"/>
    <dgm:cxn modelId="{052F89CF-A014-4CFA-A9A8-D1F7256E1ACC}" type="presParOf" srcId="{7A3DFD81-C675-4335-9437-02D052C836F1}" destId="{3EE981A2-3E64-4469-A1F9-60267E26EFAC}" srcOrd="12" destOrd="0" presId="urn:microsoft.com/office/officeart/2018/2/layout/IconVerticalSolidList"/>
    <dgm:cxn modelId="{B877966A-0755-42D6-AC6F-74E9DF59B3C1}" type="presParOf" srcId="{3EE981A2-3E64-4469-A1F9-60267E26EFAC}" destId="{97F85B48-1349-46E5-9843-23A2BCE82B1F}" srcOrd="0" destOrd="0" presId="urn:microsoft.com/office/officeart/2018/2/layout/IconVerticalSolidList"/>
    <dgm:cxn modelId="{48CCA006-C640-4986-A65E-15EB26933B52}" type="presParOf" srcId="{3EE981A2-3E64-4469-A1F9-60267E26EFAC}" destId="{FE6753D4-E919-4400-B534-C8D66C467DBC}" srcOrd="1" destOrd="0" presId="urn:microsoft.com/office/officeart/2018/2/layout/IconVerticalSolidList"/>
    <dgm:cxn modelId="{117F89EA-18FA-4724-8826-850E316D71E4}" type="presParOf" srcId="{3EE981A2-3E64-4469-A1F9-60267E26EFAC}" destId="{A695145A-9E98-444E-9377-5A71A2B163B3}" srcOrd="2" destOrd="0" presId="urn:microsoft.com/office/officeart/2018/2/layout/IconVerticalSolidList"/>
    <dgm:cxn modelId="{64D9475A-EC59-4D96-9711-738E310A0A90}" type="presParOf" srcId="{3EE981A2-3E64-4469-A1F9-60267E26EFAC}" destId="{7442D1AC-3AF4-4CD4-9DCB-33B5B15C0B20}" srcOrd="3" destOrd="0" presId="urn:microsoft.com/office/officeart/2018/2/layout/IconVerticalSolidList"/>
    <dgm:cxn modelId="{5AAB56E1-29A7-41A5-A387-6122361CA7A1}" type="presParOf" srcId="{7A3DFD81-C675-4335-9437-02D052C836F1}" destId="{6AC00FD3-44E3-48E8-A42F-4F403447ACA5}" srcOrd="13" destOrd="0" presId="urn:microsoft.com/office/officeart/2018/2/layout/IconVerticalSolidList"/>
    <dgm:cxn modelId="{06E342F4-50B6-4B6A-9226-129789F6BE98}" type="presParOf" srcId="{7A3DFD81-C675-4335-9437-02D052C836F1}" destId="{8F8C0CFE-D49B-429E-825F-56E1AB943AD5}" srcOrd="14" destOrd="0" presId="urn:microsoft.com/office/officeart/2018/2/layout/IconVerticalSolidList"/>
    <dgm:cxn modelId="{AB57BFCF-C625-4131-BBDF-B3B2545C7FB7}" type="presParOf" srcId="{8F8C0CFE-D49B-429E-825F-56E1AB943AD5}" destId="{825E143E-28B3-42B4-9460-E466BFB81357}" srcOrd="0" destOrd="0" presId="urn:microsoft.com/office/officeart/2018/2/layout/IconVerticalSolidList"/>
    <dgm:cxn modelId="{34253ABF-965D-4AAF-A95D-82D407455D49}" type="presParOf" srcId="{8F8C0CFE-D49B-429E-825F-56E1AB943AD5}" destId="{1136A06B-4C4D-462A-A959-A329698E11D1}" srcOrd="1" destOrd="0" presId="urn:microsoft.com/office/officeart/2018/2/layout/IconVerticalSolidList"/>
    <dgm:cxn modelId="{8518AE1B-79AB-42E5-BA9D-2FBB38A5CAC3}" type="presParOf" srcId="{8F8C0CFE-D49B-429E-825F-56E1AB943AD5}" destId="{D8B46AC7-8E1E-4792-9E00-92FA989E5E99}" srcOrd="2" destOrd="0" presId="urn:microsoft.com/office/officeart/2018/2/layout/IconVerticalSolidList"/>
    <dgm:cxn modelId="{16CC743B-5722-4D45-8B96-D2E1AB3A249D}" type="presParOf" srcId="{8F8C0CFE-D49B-429E-825F-56E1AB943AD5}" destId="{90E28292-787F-4C01-B5AC-711D81CDAE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10C700C-21AC-428F-A9E0-4037C6B87E6A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23A5BA2-7C3C-4803-88A2-FCC54108BB8E}">
      <dgm:prSet/>
      <dgm:spPr/>
      <dgm:t>
        <a:bodyPr/>
        <a:lstStyle/>
        <a:p>
          <a:r>
            <a:rPr lang="es-ES" b="1" dirty="0"/>
            <a:t>El sistema fue desarrollado en entorno XAMPP utilizando Visual Studio </a:t>
          </a:r>
          <a:r>
            <a:rPr lang="es-ES" b="1" dirty="0" err="1"/>
            <a:t>Code</a:t>
          </a:r>
          <a:r>
            <a:rPr lang="es-ES" b="1" dirty="0"/>
            <a:t> como editor principal.</a:t>
          </a:r>
          <a:br>
            <a:rPr lang="es-ES" b="1" dirty="0"/>
          </a:br>
          <a:r>
            <a:rPr lang="es-ES" b="1" dirty="0"/>
            <a:t> Se emplearon:</a:t>
          </a:r>
          <a:endParaRPr lang="en-US" b="1" dirty="0"/>
        </a:p>
      </dgm:t>
    </dgm:pt>
    <dgm:pt modelId="{46FC9126-C83E-41BE-87B6-1096793EF2EA}" type="parTrans" cxnId="{67597EAB-02F9-43D4-8301-F8EA210381F8}">
      <dgm:prSet/>
      <dgm:spPr/>
      <dgm:t>
        <a:bodyPr/>
        <a:lstStyle/>
        <a:p>
          <a:endParaRPr lang="en-US"/>
        </a:p>
      </dgm:t>
    </dgm:pt>
    <dgm:pt modelId="{8300A583-C06B-4FE8-A160-9B368D7DA79E}" type="sibTrans" cxnId="{67597EAB-02F9-43D4-8301-F8EA210381F8}">
      <dgm:prSet/>
      <dgm:spPr/>
      <dgm:t>
        <a:bodyPr/>
        <a:lstStyle/>
        <a:p>
          <a:endParaRPr lang="en-US"/>
        </a:p>
      </dgm:t>
    </dgm:pt>
    <dgm:pt modelId="{8527297F-B40D-45D6-BA12-CED841C81066}">
      <dgm:prSet/>
      <dgm:spPr/>
      <dgm:t>
        <a:bodyPr/>
        <a:lstStyle/>
        <a:p>
          <a:r>
            <a:rPr lang="es-ES" b="1" dirty="0"/>
            <a:t>PHP + MySQL para </a:t>
          </a:r>
          <a:r>
            <a:rPr lang="es-ES" b="1" dirty="0" err="1"/>
            <a:t>backend</a:t>
          </a:r>
          <a:r>
            <a:rPr lang="es-ES" b="1" dirty="0"/>
            <a:t>.</a:t>
          </a:r>
          <a:endParaRPr lang="en-US" b="1" dirty="0"/>
        </a:p>
      </dgm:t>
    </dgm:pt>
    <dgm:pt modelId="{CE03AA08-8383-4C4C-A465-0A3F3FAC8EE1}" type="parTrans" cxnId="{57562345-2408-4906-9917-F90871F16E84}">
      <dgm:prSet/>
      <dgm:spPr/>
      <dgm:t>
        <a:bodyPr/>
        <a:lstStyle/>
        <a:p>
          <a:endParaRPr lang="en-US"/>
        </a:p>
      </dgm:t>
    </dgm:pt>
    <dgm:pt modelId="{0ED2DF58-1E27-403C-8807-C4CDDF298B99}" type="sibTrans" cxnId="{57562345-2408-4906-9917-F90871F16E84}">
      <dgm:prSet/>
      <dgm:spPr/>
      <dgm:t>
        <a:bodyPr/>
        <a:lstStyle/>
        <a:p>
          <a:endParaRPr lang="en-US"/>
        </a:p>
      </dgm:t>
    </dgm:pt>
    <dgm:pt modelId="{29E717CC-0928-4090-A54E-2A31CB6538DD}">
      <dgm:prSet/>
      <dgm:spPr/>
      <dgm:t>
        <a:bodyPr/>
        <a:lstStyle/>
        <a:p>
          <a:r>
            <a:rPr lang="es-ES" b="1" dirty="0"/>
            <a:t>Visual Studio </a:t>
          </a:r>
          <a:r>
            <a:rPr lang="es-ES" b="1" dirty="0" err="1"/>
            <a:t>Code</a:t>
          </a:r>
          <a:r>
            <a:rPr lang="es-ES" b="1" dirty="0"/>
            <a:t> + HTML, CSS y JavaScript para </a:t>
          </a:r>
          <a:r>
            <a:rPr lang="es-ES" b="1" dirty="0" err="1"/>
            <a:t>frontend</a:t>
          </a:r>
          <a:r>
            <a:rPr lang="es-ES" b="1" dirty="0"/>
            <a:t>.</a:t>
          </a:r>
          <a:endParaRPr lang="en-US" b="1" dirty="0"/>
        </a:p>
      </dgm:t>
    </dgm:pt>
    <dgm:pt modelId="{0031D2B7-F912-4A7C-85F9-BD4817F67F81}" type="parTrans" cxnId="{00792D6A-7C30-47B2-ADDF-B151D0FDF929}">
      <dgm:prSet/>
      <dgm:spPr/>
      <dgm:t>
        <a:bodyPr/>
        <a:lstStyle/>
        <a:p>
          <a:endParaRPr lang="en-US"/>
        </a:p>
      </dgm:t>
    </dgm:pt>
    <dgm:pt modelId="{AED3C7B6-0899-434B-B618-6A6E8A7323B4}" type="sibTrans" cxnId="{00792D6A-7C30-47B2-ADDF-B151D0FDF929}">
      <dgm:prSet/>
      <dgm:spPr/>
      <dgm:t>
        <a:bodyPr/>
        <a:lstStyle/>
        <a:p>
          <a:endParaRPr lang="en-US"/>
        </a:p>
      </dgm:t>
    </dgm:pt>
    <dgm:pt modelId="{BA72FEED-1A96-4B09-925C-1151C2D6AC05}">
      <dgm:prSet/>
      <dgm:spPr/>
      <dgm:t>
        <a:bodyPr/>
        <a:lstStyle/>
        <a:p>
          <a:r>
            <a:rPr lang="es-ES" b="1" dirty="0"/>
            <a:t>Nmap para detección de IP/MAC.</a:t>
          </a:r>
          <a:endParaRPr lang="en-US" b="1" dirty="0"/>
        </a:p>
      </dgm:t>
    </dgm:pt>
    <dgm:pt modelId="{E827CCFB-2C38-44BF-92A9-DB684D261560}" type="parTrans" cxnId="{811B03D6-777D-4C99-91BF-A27E097E4EE5}">
      <dgm:prSet/>
      <dgm:spPr/>
      <dgm:t>
        <a:bodyPr/>
        <a:lstStyle/>
        <a:p>
          <a:endParaRPr lang="en-US"/>
        </a:p>
      </dgm:t>
    </dgm:pt>
    <dgm:pt modelId="{A76468B1-C944-46E7-8101-E2F8F1F062BA}" type="sibTrans" cxnId="{811B03D6-777D-4C99-91BF-A27E097E4EE5}">
      <dgm:prSet/>
      <dgm:spPr/>
      <dgm:t>
        <a:bodyPr/>
        <a:lstStyle/>
        <a:p>
          <a:endParaRPr lang="en-US"/>
        </a:p>
      </dgm:t>
    </dgm:pt>
    <dgm:pt modelId="{066C2F59-4EAD-4B86-B2EE-CE98EE0605A4}">
      <dgm:prSet/>
      <dgm:spPr/>
      <dgm:t>
        <a:bodyPr/>
        <a:lstStyle/>
        <a:p>
          <a:r>
            <a:rPr lang="es-ES" b="1" dirty="0"/>
            <a:t>Pi-</a:t>
          </a:r>
          <a:r>
            <a:rPr lang="es-ES" b="1" dirty="0" err="1"/>
            <a:t>hole</a:t>
          </a:r>
          <a:r>
            <a:rPr lang="es-ES" b="1" dirty="0"/>
            <a:t> para registrar consultas DNS.</a:t>
          </a:r>
          <a:endParaRPr lang="en-US" b="1" dirty="0"/>
        </a:p>
      </dgm:t>
    </dgm:pt>
    <dgm:pt modelId="{84FE069F-F371-425F-B255-E360E9A197DE}" type="parTrans" cxnId="{D237D701-24FD-4997-B334-73E0503BA9E4}">
      <dgm:prSet/>
      <dgm:spPr/>
      <dgm:t>
        <a:bodyPr/>
        <a:lstStyle/>
        <a:p>
          <a:endParaRPr lang="en-US"/>
        </a:p>
      </dgm:t>
    </dgm:pt>
    <dgm:pt modelId="{FBA8532D-775A-483C-A3F6-57372B7985EE}" type="sibTrans" cxnId="{D237D701-24FD-4997-B334-73E0503BA9E4}">
      <dgm:prSet/>
      <dgm:spPr/>
      <dgm:t>
        <a:bodyPr/>
        <a:lstStyle/>
        <a:p>
          <a:endParaRPr lang="en-US"/>
        </a:p>
      </dgm:t>
    </dgm:pt>
    <dgm:pt modelId="{9CDBAD60-EC24-4713-ACAC-25FDEFB34AF4}">
      <dgm:prSet/>
      <dgm:spPr/>
      <dgm:t>
        <a:bodyPr/>
        <a:lstStyle/>
        <a:p>
          <a:r>
            <a:rPr lang="es-ES" b="1" dirty="0"/>
            <a:t>GitHub para control de versiones y Docker para pruebas de despliegue.</a:t>
          </a:r>
          <a:endParaRPr lang="en-US" b="1" dirty="0"/>
        </a:p>
      </dgm:t>
    </dgm:pt>
    <dgm:pt modelId="{9718C13D-5B1C-49B4-8672-B2938BAEBFAF}" type="parTrans" cxnId="{09BF0408-1CC9-4C3F-AA21-BDBA4AC6A884}">
      <dgm:prSet/>
      <dgm:spPr/>
      <dgm:t>
        <a:bodyPr/>
        <a:lstStyle/>
        <a:p>
          <a:endParaRPr lang="en-US"/>
        </a:p>
      </dgm:t>
    </dgm:pt>
    <dgm:pt modelId="{285713E5-0BAA-415B-A019-E8BCDCB45316}" type="sibTrans" cxnId="{09BF0408-1CC9-4C3F-AA21-BDBA4AC6A884}">
      <dgm:prSet/>
      <dgm:spPr/>
      <dgm:t>
        <a:bodyPr/>
        <a:lstStyle/>
        <a:p>
          <a:endParaRPr lang="en-US"/>
        </a:p>
      </dgm:t>
    </dgm:pt>
    <dgm:pt modelId="{55363FA6-7183-4EF0-AA86-5669AB6FE39C}" type="pres">
      <dgm:prSet presAssocID="{210C700C-21AC-428F-A9E0-4037C6B87E6A}" presName="diagram" presStyleCnt="0">
        <dgm:presLayoutVars>
          <dgm:dir/>
          <dgm:resizeHandles val="exact"/>
        </dgm:presLayoutVars>
      </dgm:prSet>
      <dgm:spPr/>
    </dgm:pt>
    <dgm:pt modelId="{1E87D80D-63E1-4E15-B236-A4026D0BE7BE}" type="pres">
      <dgm:prSet presAssocID="{D23A5BA2-7C3C-4803-88A2-FCC54108BB8E}" presName="node" presStyleLbl="node1" presStyleIdx="0" presStyleCnt="6">
        <dgm:presLayoutVars>
          <dgm:bulletEnabled val="1"/>
        </dgm:presLayoutVars>
      </dgm:prSet>
      <dgm:spPr/>
    </dgm:pt>
    <dgm:pt modelId="{87FC1144-A990-4286-95B8-1802D3375116}" type="pres">
      <dgm:prSet presAssocID="{8300A583-C06B-4FE8-A160-9B368D7DA79E}" presName="sibTrans" presStyleCnt="0"/>
      <dgm:spPr/>
    </dgm:pt>
    <dgm:pt modelId="{514B527A-1305-405F-B87D-AD06720175AE}" type="pres">
      <dgm:prSet presAssocID="{8527297F-B40D-45D6-BA12-CED841C81066}" presName="node" presStyleLbl="node1" presStyleIdx="1" presStyleCnt="6">
        <dgm:presLayoutVars>
          <dgm:bulletEnabled val="1"/>
        </dgm:presLayoutVars>
      </dgm:prSet>
      <dgm:spPr/>
    </dgm:pt>
    <dgm:pt modelId="{8625A294-ADD2-4B6B-BA86-D66943933AA5}" type="pres">
      <dgm:prSet presAssocID="{0ED2DF58-1E27-403C-8807-C4CDDF298B99}" presName="sibTrans" presStyleCnt="0"/>
      <dgm:spPr/>
    </dgm:pt>
    <dgm:pt modelId="{338F0A50-D71F-4048-BDF6-C6DFDF6AB760}" type="pres">
      <dgm:prSet presAssocID="{29E717CC-0928-4090-A54E-2A31CB6538DD}" presName="node" presStyleLbl="node1" presStyleIdx="2" presStyleCnt="6">
        <dgm:presLayoutVars>
          <dgm:bulletEnabled val="1"/>
        </dgm:presLayoutVars>
      </dgm:prSet>
      <dgm:spPr/>
    </dgm:pt>
    <dgm:pt modelId="{6C0718B8-4FAB-4637-B0DC-3A3C7BF2F066}" type="pres">
      <dgm:prSet presAssocID="{AED3C7B6-0899-434B-B618-6A6E8A7323B4}" presName="sibTrans" presStyleCnt="0"/>
      <dgm:spPr/>
    </dgm:pt>
    <dgm:pt modelId="{C68D5599-512E-4E41-9E90-E1DFA60DAEB9}" type="pres">
      <dgm:prSet presAssocID="{BA72FEED-1A96-4B09-925C-1151C2D6AC05}" presName="node" presStyleLbl="node1" presStyleIdx="3" presStyleCnt="6">
        <dgm:presLayoutVars>
          <dgm:bulletEnabled val="1"/>
        </dgm:presLayoutVars>
      </dgm:prSet>
      <dgm:spPr/>
    </dgm:pt>
    <dgm:pt modelId="{B1E21478-C3F3-406A-8F57-FF248C3C3507}" type="pres">
      <dgm:prSet presAssocID="{A76468B1-C944-46E7-8101-E2F8F1F062BA}" presName="sibTrans" presStyleCnt="0"/>
      <dgm:spPr/>
    </dgm:pt>
    <dgm:pt modelId="{87E59E8D-78CA-4D3E-AF6A-1B3CD92EEEC5}" type="pres">
      <dgm:prSet presAssocID="{066C2F59-4EAD-4B86-B2EE-CE98EE0605A4}" presName="node" presStyleLbl="node1" presStyleIdx="4" presStyleCnt="6">
        <dgm:presLayoutVars>
          <dgm:bulletEnabled val="1"/>
        </dgm:presLayoutVars>
      </dgm:prSet>
      <dgm:spPr/>
    </dgm:pt>
    <dgm:pt modelId="{448E1696-318A-4B4A-8A61-64AD41150B54}" type="pres">
      <dgm:prSet presAssocID="{FBA8532D-775A-483C-A3F6-57372B7985EE}" presName="sibTrans" presStyleCnt="0"/>
      <dgm:spPr/>
    </dgm:pt>
    <dgm:pt modelId="{8F7372DA-37E4-438F-83BA-F6E6084711F6}" type="pres">
      <dgm:prSet presAssocID="{9CDBAD60-EC24-4713-ACAC-25FDEFB34AF4}" presName="node" presStyleLbl="node1" presStyleIdx="5" presStyleCnt="6">
        <dgm:presLayoutVars>
          <dgm:bulletEnabled val="1"/>
        </dgm:presLayoutVars>
      </dgm:prSet>
      <dgm:spPr/>
    </dgm:pt>
  </dgm:ptLst>
  <dgm:cxnLst>
    <dgm:cxn modelId="{D237D701-24FD-4997-B334-73E0503BA9E4}" srcId="{210C700C-21AC-428F-A9E0-4037C6B87E6A}" destId="{066C2F59-4EAD-4B86-B2EE-CE98EE0605A4}" srcOrd="4" destOrd="0" parTransId="{84FE069F-F371-425F-B255-E360E9A197DE}" sibTransId="{FBA8532D-775A-483C-A3F6-57372B7985EE}"/>
    <dgm:cxn modelId="{09BF0408-1CC9-4C3F-AA21-BDBA4AC6A884}" srcId="{210C700C-21AC-428F-A9E0-4037C6B87E6A}" destId="{9CDBAD60-EC24-4713-ACAC-25FDEFB34AF4}" srcOrd="5" destOrd="0" parTransId="{9718C13D-5B1C-49B4-8672-B2938BAEBFAF}" sibTransId="{285713E5-0BAA-415B-A019-E8BCDCB45316}"/>
    <dgm:cxn modelId="{1F3AA213-817E-436F-B3D1-8CD86871C62C}" type="presOf" srcId="{210C700C-21AC-428F-A9E0-4037C6B87E6A}" destId="{55363FA6-7183-4EF0-AA86-5669AB6FE39C}" srcOrd="0" destOrd="0" presId="urn:microsoft.com/office/officeart/2005/8/layout/default"/>
    <dgm:cxn modelId="{946F5F33-43AF-4C2F-B6F6-1AAFAEF63438}" type="presOf" srcId="{29E717CC-0928-4090-A54E-2A31CB6538DD}" destId="{338F0A50-D71F-4048-BDF6-C6DFDF6AB760}" srcOrd="0" destOrd="0" presId="urn:microsoft.com/office/officeart/2005/8/layout/default"/>
    <dgm:cxn modelId="{57562345-2408-4906-9917-F90871F16E84}" srcId="{210C700C-21AC-428F-A9E0-4037C6B87E6A}" destId="{8527297F-B40D-45D6-BA12-CED841C81066}" srcOrd="1" destOrd="0" parTransId="{CE03AA08-8383-4C4C-A465-0A3F3FAC8EE1}" sibTransId="{0ED2DF58-1E27-403C-8807-C4CDDF298B99}"/>
    <dgm:cxn modelId="{00792D6A-7C30-47B2-ADDF-B151D0FDF929}" srcId="{210C700C-21AC-428F-A9E0-4037C6B87E6A}" destId="{29E717CC-0928-4090-A54E-2A31CB6538DD}" srcOrd="2" destOrd="0" parTransId="{0031D2B7-F912-4A7C-85F9-BD4817F67F81}" sibTransId="{AED3C7B6-0899-434B-B618-6A6E8A7323B4}"/>
    <dgm:cxn modelId="{01E9EA75-2DD5-4412-99DF-F6085CAB1BCB}" type="presOf" srcId="{8527297F-B40D-45D6-BA12-CED841C81066}" destId="{514B527A-1305-405F-B87D-AD06720175AE}" srcOrd="0" destOrd="0" presId="urn:microsoft.com/office/officeart/2005/8/layout/default"/>
    <dgm:cxn modelId="{2AF61B82-5A7F-405A-B5D4-CC0CBD63C653}" type="presOf" srcId="{BA72FEED-1A96-4B09-925C-1151C2D6AC05}" destId="{C68D5599-512E-4E41-9E90-E1DFA60DAEB9}" srcOrd="0" destOrd="0" presId="urn:microsoft.com/office/officeart/2005/8/layout/default"/>
    <dgm:cxn modelId="{EB8C7593-D16D-4374-A0B7-75AEACAE9AA0}" type="presOf" srcId="{9CDBAD60-EC24-4713-ACAC-25FDEFB34AF4}" destId="{8F7372DA-37E4-438F-83BA-F6E6084711F6}" srcOrd="0" destOrd="0" presId="urn:microsoft.com/office/officeart/2005/8/layout/default"/>
    <dgm:cxn modelId="{E4D4619D-7605-4F5C-A8DB-51875677F1D1}" type="presOf" srcId="{D23A5BA2-7C3C-4803-88A2-FCC54108BB8E}" destId="{1E87D80D-63E1-4E15-B236-A4026D0BE7BE}" srcOrd="0" destOrd="0" presId="urn:microsoft.com/office/officeart/2005/8/layout/default"/>
    <dgm:cxn modelId="{EC4BA4A4-B8B0-435A-9305-3986958C82DC}" type="presOf" srcId="{066C2F59-4EAD-4B86-B2EE-CE98EE0605A4}" destId="{87E59E8D-78CA-4D3E-AF6A-1B3CD92EEEC5}" srcOrd="0" destOrd="0" presId="urn:microsoft.com/office/officeart/2005/8/layout/default"/>
    <dgm:cxn modelId="{67597EAB-02F9-43D4-8301-F8EA210381F8}" srcId="{210C700C-21AC-428F-A9E0-4037C6B87E6A}" destId="{D23A5BA2-7C3C-4803-88A2-FCC54108BB8E}" srcOrd="0" destOrd="0" parTransId="{46FC9126-C83E-41BE-87B6-1096793EF2EA}" sibTransId="{8300A583-C06B-4FE8-A160-9B368D7DA79E}"/>
    <dgm:cxn modelId="{811B03D6-777D-4C99-91BF-A27E097E4EE5}" srcId="{210C700C-21AC-428F-A9E0-4037C6B87E6A}" destId="{BA72FEED-1A96-4B09-925C-1151C2D6AC05}" srcOrd="3" destOrd="0" parTransId="{E827CCFB-2C38-44BF-92A9-DB684D261560}" sibTransId="{A76468B1-C944-46E7-8101-E2F8F1F062BA}"/>
    <dgm:cxn modelId="{F1F5D850-F71E-4539-A9AE-791855A1E866}" type="presParOf" srcId="{55363FA6-7183-4EF0-AA86-5669AB6FE39C}" destId="{1E87D80D-63E1-4E15-B236-A4026D0BE7BE}" srcOrd="0" destOrd="0" presId="urn:microsoft.com/office/officeart/2005/8/layout/default"/>
    <dgm:cxn modelId="{E4280DF0-3D94-4D2A-8866-16A2A0A221D8}" type="presParOf" srcId="{55363FA6-7183-4EF0-AA86-5669AB6FE39C}" destId="{87FC1144-A990-4286-95B8-1802D3375116}" srcOrd="1" destOrd="0" presId="urn:microsoft.com/office/officeart/2005/8/layout/default"/>
    <dgm:cxn modelId="{C90DB9BD-6978-4162-B0B0-C8579E03B1A0}" type="presParOf" srcId="{55363FA6-7183-4EF0-AA86-5669AB6FE39C}" destId="{514B527A-1305-405F-B87D-AD06720175AE}" srcOrd="2" destOrd="0" presId="urn:microsoft.com/office/officeart/2005/8/layout/default"/>
    <dgm:cxn modelId="{55159B78-8350-497F-8382-CD4FE71ADC4A}" type="presParOf" srcId="{55363FA6-7183-4EF0-AA86-5669AB6FE39C}" destId="{8625A294-ADD2-4B6B-BA86-D66943933AA5}" srcOrd="3" destOrd="0" presId="urn:microsoft.com/office/officeart/2005/8/layout/default"/>
    <dgm:cxn modelId="{8559E19D-A6F9-42BC-9173-2A064DC5B0FA}" type="presParOf" srcId="{55363FA6-7183-4EF0-AA86-5669AB6FE39C}" destId="{338F0A50-D71F-4048-BDF6-C6DFDF6AB760}" srcOrd="4" destOrd="0" presId="urn:microsoft.com/office/officeart/2005/8/layout/default"/>
    <dgm:cxn modelId="{DA4738B1-0203-4098-9582-163BC4A3FEC0}" type="presParOf" srcId="{55363FA6-7183-4EF0-AA86-5669AB6FE39C}" destId="{6C0718B8-4FAB-4637-B0DC-3A3C7BF2F066}" srcOrd="5" destOrd="0" presId="urn:microsoft.com/office/officeart/2005/8/layout/default"/>
    <dgm:cxn modelId="{D2B806E0-6DF5-4A05-8C5F-6C245C7E01CF}" type="presParOf" srcId="{55363FA6-7183-4EF0-AA86-5669AB6FE39C}" destId="{C68D5599-512E-4E41-9E90-E1DFA60DAEB9}" srcOrd="6" destOrd="0" presId="urn:microsoft.com/office/officeart/2005/8/layout/default"/>
    <dgm:cxn modelId="{0A4F2EC4-DE2D-40A3-B1A3-8B1A6FEE6322}" type="presParOf" srcId="{55363FA6-7183-4EF0-AA86-5669AB6FE39C}" destId="{B1E21478-C3F3-406A-8F57-FF248C3C3507}" srcOrd="7" destOrd="0" presId="urn:microsoft.com/office/officeart/2005/8/layout/default"/>
    <dgm:cxn modelId="{F0F148B9-9960-413F-9704-D4D6F47117C3}" type="presParOf" srcId="{55363FA6-7183-4EF0-AA86-5669AB6FE39C}" destId="{87E59E8D-78CA-4D3E-AF6A-1B3CD92EEEC5}" srcOrd="8" destOrd="0" presId="urn:microsoft.com/office/officeart/2005/8/layout/default"/>
    <dgm:cxn modelId="{ECD47459-2698-4D17-AAA0-4AF5E3F39EF4}" type="presParOf" srcId="{55363FA6-7183-4EF0-AA86-5669AB6FE39C}" destId="{448E1696-318A-4B4A-8A61-64AD41150B54}" srcOrd="9" destOrd="0" presId="urn:microsoft.com/office/officeart/2005/8/layout/default"/>
    <dgm:cxn modelId="{A066F039-0490-423C-AEDE-E81D50C6484A}" type="presParOf" srcId="{55363FA6-7183-4EF0-AA86-5669AB6FE39C}" destId="{8F7372DA-37E4-438F-83BA-F6E6084711F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9783527-E5EA-443E-93A7-B76EC5E8A4B8}" type="doc">
      <dgm:prSet loTypeId="urn:microsoft.com/office/officeart/2005/8/layout/vList2" loCatId="list" qsTypeId="urn:microsoft.com/office/officeart/2005/8/quickstyle/simple3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58BE17-C3E1-4A96-8091-3BB0F1B09C99}">
      <dgm:prSet/>
      <dgm:spPr/>
      <dgm:t>
        <a:bodyPr/>
        <a:lstStyle/>
        <a:p>
          <a:r>
            <a:rPr lang="es-ES" b="1" dirty="0"/>
            <a:t>Arquitectura en tres capas: presentación, lógica y datos</a:t>
          </a:r>
          <a:endParaRPr lang="en-US" b="1" dirty="0"/>
        </a:p>
      </dgm:t>
    </dgm:pt>
    <dgm:pt modelId="{C45B5B38-743C-41E5-B247-0B5557D3C9BA}" type="parTrans" cxnId="{BA940EC8-1F6A-4D4D-8101-45210F6AD387}">
      <dgm:prSet/>
      <dgm:spPr/>
      <dgm:t>
        <a:bodyPr/>
        <a:lstStyle/>
        <a:p>
          <a:endParaRPr lang="en-US"/>
        </a:p>
      </dgm:t>
    </dgm:pt>
    <dgm:pt modelId="{EE171750-56C7-4362-A07E-0F67905F0C6D}" type="sibTrans" cxnId="{BA940EC8-1F6A-4D4D-8101-45210F6AD387}">
      <dgm:prSet/>
      <dgm:spPr/>
      <dgm:t>
        <a:bodyPr/>
        <a:lstStyle/>
        <a:p>
          <a:endParaRPr lang="en-US"/>
        </a:p>
      </dgm:t>
    </dgm:pt>
    <dgm:pt modelId="{604668AC-44CE-48A0-B0FB-57DF57D8551C}">
      <dgm:prSet/>
      <dgm:spPr/>
      <dgm:t>
        <a:bodyPr/>
        <a:lstStyle/>
        <a:p>
          <a:r>
            <a:rPr lang="es-ES" b="1" dirty="0"/>
            <a:t>Integración de Nmap y Pi-</a:t>
          </a:r>
          <a:r>
            <a:rPr lang="es-ES" b="1" dirty="0" err="1"/>
            <a:t>hole</a:t>
          </a:r>
          <a:r>
            <a:rPr lang="es-ES" b="1" dirty="0"/>
            <a:t> mediante scripts en PHP</a:t>
          </a:r>
          <a:endParaRPr lang="en-US" b="1" dirty="0"/>
        </a:p>
      </dgm:t>
    </dgm:pt>
    <dgm:pt modelId="{2805F2EF-7234-41C3-8C9B-5E46CFB474EC}" type="parTrans" cxnId="{27E5EA86-EAC1-483A-A423-A349B07BF80A}">
      <dgm:prSet/>
      <dgm:spPr/>
      <dgm:t>
        <a:bodyPr/>
        <a:lstStyle/>
        <a:p>
          <a:endParaRPr lang="en-US"/>
        </a:p>
      </dgm:t>
    </dgm:pt>
    <dgm:pt modelId="{5B2640B7-7B0F-4C10-9BEF-A8DDFCCAA03D}" type="sibTrans" cxnId="{27E5EA86-EAC1-483A-A423-A349B07BF80A}">
      <dgm:prSet/>
      <dgm:spPr/>
      <dgm:t>
        <a:bodyPr/>
        <a:lstStyle/>
        <a:p>
          <a:endParaRPr lang="en-US"/>
        </a:p>
      </dgm:t>
    </dgm:pt>
    <dgm:pt modelId="{D6D25415-DDB0-475B-A125-D88824E0C2F0}">
      <dgm:prSet/>
      <dgm:spPr/>
      <dgm:t>
        <a:bodyPr/>
        <a:lstStyle/>
        <a:p>
          <a:r>
            <a:rPr lang="es-ES" b="1" dirty="0"/>
            <a:t>Almacenamiento y visualización en MySQL a través del </a:t>
          </a:r>
          <a:r>
            <a:rPr lang="es-ES" b="1" dirty="0" err="1"/>
            <a:t>dashboard</a:t>
          </a:r>
          <a:endParaRPr lang="en-US" b="1" dirty="0"/>
        </a:p>
      </dgm:t>
    </dgm:pt>
    <dgm:pt modelId="{AE1AE05D-A44D-44DC-9A8A-ECD91429A1E7}" type="parTrans" cxnId="{8008F744-5190-4143-A712-21C615ED1FF7}">
      <dgm:prSet/>
      <dgm:spPr/>
      <dgm:t>
        <a:bodyPr/>
        <a:lstStyle/>
        <a:p>
          <a:endParaRPr lang="en-US"/>
        </a:p>
      </dgm:t>
    </dgm:pt>
    <dgm:pt modelId="{6753911B-7515-47F9-8D7F-A1700DF21B55}" type="sibTrans" cxnId="{8008F744-5190-4143-A712-21C615ED1FF7}">
      <dgm:prSet/>
      <dgm:spPr/>
      <dgm:t>
        <a:bodyPr/>
        <a:lstStyle/>
        <a:p>
          <a:endParaRPr lang="en-US"/>
        </a:p>
      </dgm:t>
    </dgm:pt>
    <dgm:pt modelId="{2E5BACC5-9058-4849-A60C-3465EE91BF8E}" type="pres">
      <dgm:prSet presAssocID="{69783527-E5EA-443E-93A7-B76EC5E8A4B8}" presName="linear" presStyleCnt="0">
        <dgm:presLayoutVars>
          <dgm:animLvl val="lvl"/>
          <dgm:resizeHandles val="exact"/>
        </dgm:presLayoutVars>
      </dgm:prSet>
      <dgm:spPr/>
    </dgm:pt>
    <dgm:pt modelId="{023C8AD3-7BB2-4779-9C41-21CF371A211E}" type="pres">
      <dgm:prSet presAssocID="{A658BE17-C3E1-4A96-8091-3BB0F1B09C9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7FA8C3C-0AFA-414A-980F-A20C1AAF9AAF}" type="pres">
      <dgm:prSet presAssocID="{EE171750-56C7-4362-A07E-0F67905F0C6D}" presName="spacer" presStyleCnt="0"/>
      <dgm:spPr/>
    </dgm:pt>
    <dgm:pt modelId="{C5A8A335-38BF-4B66-8268-AA1950ABE77E}" type="pres">
      <dgm:prSet presAssocID="{604668AC-44CE-48A0-B0FB-57DF57D8551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CC9FA6E-5918-4803-AD4A-253DC3346317}" type="pres">
      <dgm:prSet presAssocID="{5B2640B7-7B0F-4C10-9BEF-A8DDFCCAA03D}" presName="spacer" presStyleCnt="0"/>
      <dgm:spPr/>
    </dgm:pt>
    <dgm:pt modelId="{5E64052A-1CD4-439E-B533-9C60195D7A59}" type="pres">
      <dgm:prSet presAssocID="{D6D25415-DDB0-475B-A125-D88824E0C2F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722F33B-3CD4-43FD-9FD2-F7411ACC751A}" type="presOf" srcId="{604668AC-44CE-48A0-B0FB-57DF57D8551C}" destId="{C5A8A335-38BF-4B66-8268-AA1950ABE77E}" srcOrd="0" destOrd="0" presId="urn:microsoft.com/office/officeart/2005/8/layout/vList2"/>
    <dgm:cxn modelId="{8008F744-5190-4143-A712-21C615ED1FF7}" srcId="{69783527-E5EA-443E-93A7-B76EC5E8A4B8}" destId="{D6D25415-DDB0-475B-A125-D88824E0C2F0}" srcOrd="2" destOrd="0" parTransId="{AE1AE05D-A44D-44DC-9A8A-ECD91429A1E7}" sibTransId="{6753911B-7515-47F9-8D7F-A1700DF21B55}"/>
    <dgm:cxn modelId="{A6CB064F-3E27-40A8-8B68-8D5FC3A10BD8}" type="presOf" srcId="{D6D25415-DDB0-475B-A125-D88824E0C2F0}" destId="{5E64052A-1CD4-439E-B533-9C60195D7A59}" srcOrd="0" destOrd="0" presId="urn:microsoft.com/office/officeart/2005/8/layout/vList2"/>
    <dgm:cxn modelId="{27E5EA86-EAC1-483A-A423-A349B07BF80A}" srcId="{69783527-E5EA-443E-93A7-B76EC5E8A4B8}" destId="{604668AC-44CE-48A0-B0FB-57DF57D8551C}" srcOrd="1" destOrd="0" parTransId="{2805F2EF-7234-41C3-8C9B-5E46CFB474EC}" sibTransId="{5B2640B7-7B0F-4C10-9BEF-A8DDFCCAA03D}"/>
    <dgm:cxn modelId="{14741AA7-7B90-455D-84F5-28988ED1A714}" type="presOf" srcId="{69783527-E5EA-443E-93A7-B76EC5E8A4B8}" destId="{2E5BACC5-9058-4849-A60C-3465EE91BF8E}" srcOrd="0" destOrd="0" presId="urn:microsoft.com/office/officeart/2005/8/layout/vList2"/>
    <dgm:cxn modelId="{BA940EC8-1F6A-4D4D-8101-45210F6AD387}" srcId="{69783527-E5EA-443E-93A7-B76EC5E8A4B8}" destId="{A658BE17-C3E1-4A96-8091-3BB0F1B09C99}" srcOrd="0" destOrd="0" parTransId="{C45B5B38-743C-41E5-B247-0B5557D3C9BA}" sibTransId="{EE171750-56C7-4362-A07E-0F67905F0C6D}"/>
    <dgm:cxn modelId="{FF47DCDA-7D70-49DA-9BE3-EA49282DFF27}" type="presOf" srcId="{A658BE17-C3E1-4A96-8091-3BB0F1B09C99}" destId="{023C8AD3-7BB2-4779-9C41-21CF371A211E}" srcOrd="0" destOrd="0" presId="urn:microsoft.com/office/officeart/2005/8/layout/vList2"/>
    <dgm:cxn modelId="{B03A9BD5-5619-43FD-AD3C-9BC5DCA3BC1D}" type="presParOf" srcId="{2E5BACC5-9058-4849-A60C-3465EE91BF8E}" destId="{023C8AD3-7BB2-4779-9C41-21CF371A211E}" srcOrd="0" destOrd="0" presId="urn:microsoft.com/office/officeart/2005/8/layout/vList2"/>
    <dgm:cxn modelId="{65C85C40-0DC4-4107-AB45-C2E3138E9E10}" type="presParOf" srcId="{2E5BACC5-9058-4849-A60C-3465EE91BF8E}" destId="{67FA8C3C-0AFA-414A-980F-A20C1AAF9AAF}" srcOrd="1" destOrd="0" presId="urn:microsoft.com/office/officeart/2005/8/layout/vList2"/>
    <dgm:cxn modelId="{D02A8BB0-E89E-4596-876A-3EDB85997AAD}" type="presParOf" srcId="{2E5BACC5-9058-4849-A60C-3465EE91BF8E}" destId="{C5A8A335-38BF-4B66-8268-AA1950ABE77E}" srcOrd="2" destOrd="0" presId="urn:microsoft.com/office/officeart/2005/8/layout/vList2"/>
    <dgm:cxn modelId="{F5D7C64C-ED3A-4C7C-A9B4-2747B96A4828}" type="presParOf" srcId="{2E5BACC5-9058-4849-A60C-3465EE91BF8E}" destId="{7CC9FA6E-5918-4803-AD4A-253DC3346317}" srcOrd="3" destOrd="0" presId="urn:microsoft.com/office/officeart/2005/8/layout/vList2"/>
    <dgm:cxn modelId="{1CA3F74E-B4AB-40DB-A5E6-78454B42ABF5}" type="presParOf" srcId="{2E5BACC5-9058-4849-A60C-3465EE91BF8E}" destId="{5E64052A-1CD4-439E-B533-9C60195D7A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4F3DF66-99E5-4A67-9B64-8AE8978B0E3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3DBE0F8-800F-43E7-948C-9B9845B26A89}">
      <dgm:prSet/>
      <dgm:spPr/>
      <dgm:t>
        <a:bodyPr/>
        <a:lstStyle/>
        <a:p>
          <a:r>
            <a:rPr lang="es-ES"/>
            <a:t>Nmap escanea la red y detecta IP y direcciones MAC</a:t>
          </a:r>
          <a:endParaRPr lang="en-US"/>
        </a:p>
      </dgm:t>
    </dgm:pt>
    <dgm:pt modelId="{1D6ADF9A-EB1A-4A76-92F6-09699E17CEE5}" type="parTrans" cxnId="{550A3A93-94C4-4A88-8EE1-5C7FC733E3FC}">
      <dgm:prSet/>
      <dgm:spPr/>
      <dgm:t>
        <a:bodyPr/>
        <a:lstStyle/>
        <a:p>
          <a:endParaRPr lang="en-US"/>
        </a:p>
      </dgm:t>
    </dgm:pt>
    <dgm:pt modelId="{596E058D-3556-4B93-A4BB-EDF7FD353283}" type="sibTrans" cxnId="{550A3A93-94C4-4A88-8EE1-5C7FC733E3FC}">
      <dgm:prSet/>
      <dgm:spPr/>
      <dgm:t>
        <a:bodyPr/>
        <a:lstStyle/>
        <a:p>
          <a:endParaRPr lang="en-US"/>
        </a:p>
      </dgm:t>
    </dgm:pt>
    <dgm:pt modelId="{C4F71408-A68E-49DD-BA0F-AC442162ED3F}">
      <dgm:prSet/>
      <dgm:spPr/>
      <dgm:t>
        <a:bodyPr/>
        <a:lstStyle/>
        <a:p>
          <a:r>
            <a:rPr lang="es-ES"/>
            <a:t>Pi-hole registra las consultas DNS de los dispositivos</a:t>
          </a:r>
          <a:endParaRPr lang="en-US"/>
        </a:p>
      </dgm:t>
    </dgm:pt>
    <dgm:pt modelId="{8F897778-202E-463D-9EBD-887B90D2CB16}" type="parTrans" cxnId="{B759686E-DC70-4829-8445-5846D5AAF2CE}">
      <dgm:prSet/>
      <dgm:spPr/>
      <dgm:t>
        <a:bodyPr/>
        <a:lstStyle/>
        <a:p>
          <a:endParaRPr lang="en-US"/>
        </a:p>
      </dgm:t>
    </dgm:pt>
    <dgm:pt modelId="{1E4E022F-AA1B-44CF-B980-855EE16C64D4}" type="sibTrans" cxnId="{B759686E-DC70-4829-8445-5846D5AAF2CE}">
      <dgm:prSet/>
      <dgm:spPr/>
      <dgm:t>
        <a:bodyPr/>
        <a:lstStyle/>
        <a:p>
          <a:endParaRPr lang="en-US"/>
        </a:p>
      </dgm:t>
    </dgm:pt>
    <dgm:pt modelId="{CAB915C3-F176-46E5-B0B5-36A00A74B891}">
      <dgm:prSet/>
      <dgm:spPr/>
      <dgm:t>
        <a:bodyPr/>
        <a:lstStyle/>
        <a:p>
          <a:r>
            <a:rPr lang="es-ES"/>
            <a:t>El dashboard unifica y visualiza la información almacenada</a:t>
          </a:r>
          <a:endParaRPr lang="en-US"/>
        </a:p>
      </dgm:t>
    </dgm:pt>
    <dgm:pt modelId="{A076E65F-096E-4671-816A-2B4BF51D539F}" type="parTrans" cxnId="{63E9C95E-5D22-4776-85C4-35C76FF746E3}">
      <dgm:prSet/>
      <dgm:spPr/>
      <dgm:t>
        <a:bodyPr/>
        <a:lstStyle/>
        <a:p>
          <a:endParaRPr lang="en-US"/>
        </a:p>
      </dgm:t>
    </dgm:pt>
    <dgm:pt modelId="{6A6AB8A0-4E69-4D3B-8859-67AB3D48434C}" type="sibTrans" cxnId="{63E9C95E-5D22-4776-85C4-35C76FF746E3}">
      <dgm:prSet/>
      <dgm:spPr/>
      <dgm:t>
        <a:bodyPr/>
        <a:lstStyle/>
        <a:p>
          <a:endParaRPr lang="en-US"/>
        </a:p>
      </dgm:t>
    </dgm:pt>
    <dgm:pt modelId="{97D9AC8B-B1B3-47D2-94FB-9835F77E874A}" type="pres">
      <dgm:prSet presAssocID="{D4F3DF66-99E5-4A67-9B64-8AE8978B0E3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570C79-2FD0-4FDC-94C4-95271B6BA672}" type="pres">
      <dgm:prSet presAssocID="{03DBE0F8-800F-43E7-948C-9B9845B26A89}" presName="hierRoot1" presStyleCnt="0"/>
      <dgm:spPr/>
    </dgm:pt>
    <dgm:pt modelId="{E47B6778-A868-4DC5-BDDD-327B5E2FC7CB}" type="pres">
      <dgm:prSet presAssocID="{03DBE0F8-800F-43E7-948C-9B9845B26A89}" presName="composite" presStyleCnt="0"/>
      <dgm:spPr/>
    </dgm:pt>
    <dgm:pt modelId="{B9DF302C-7FCC-4652-A88B-820E0E4DA615}" type="pres">
      <dgm:prSet presAssocID="{03DBE0F8-800F-43E7-948C-9B9845B26A89}" presName="background" presStyleLbl="node0" presStyleIdx="0" presStyleCnt="3"/>
      <dgm:spPr/>
    </dgm:pt>
    <dgm:pt modelId="{569E326A-A937-43B5-99EF-0C1F8B890437}" type="pres">
      <dgm:prSet presAssocID="{03DBE0F8-800F-43E7-948C-9B9845B26A89}" presName="text" presStyleLbl="fgAcc0" presStyleIdx="0" presStyleCnt="3">
        <dgm:presLayoutVars>
          <dgm:chPref val="3"/>
        </dgm:presLayoutVars>
      </dgm:prSet>
      <dgm:spPr/>
    </dgm:pt>
    <dgm:pt modelId="{89CCE696-91AA-42B9-B30A-B050F9B7B600}" type="pres">
      <dgm:prSet presAssocID="{03DBE0F8-800F-43E7-948C-9B9845B26A89}" presName="hierChild2" presStyleCnt="0"/>
      <dgm:spPr/>
    </dgm:pt>
    <dgm:pt modelId="{53F5ACC0-1F87-49D3-A20C-68233AB41AA1}" type="pres">
      <dgm:prSet presAssocID="{C4F71408-A68E-49DD-BA0F-AC442162ED3F}" presName="hierRoot1" presStyleCnt="0"/>
      <dgm:spPr/>
    </dgm:pt>
    <dgm:pt modelId="{ACAF6502-BFCB-4C1D-B2D0-87488318A10D}" type="pres">
      <dgm:prSet presAssocID="{C4F71408-A68E-49DD-BA0F-AC442162ED3F}" presName="composite" presStyleCnt="0"/>
      <dgm:spPr/>
    </dgm:pt>
    <dgm:pt modelId="{C7028EFE-F30F-4D56-A7F1-0D9CE0D70852}" type="pres">
      <dgm:prSet presAssocID="{C4F71408-A68E-49DD-BA0F-AC442162ED3F}" presName="background" presStyleLbl="node0" presStyleIdx="1" presStyleCnt="3"/>
      <dgm:spPr/>
    </dgm:pt>
    <dgm:pt modelId="{2044D350-517F-413D-BC04-A76B71F36536}" type="pres">
      <dgm:prSet presAssocID="{C4F71408-A68E-49DD-BA0F-AC442162ED3F}" presName="text" presStyleLbl="fgAcc0" presStyleIdx="1" presStyleCnt="3">
        <dgm:presLayoutVars>
          <dgm:chPref val="3"/>
        </dgm:presLayoutVars>
      </dgm:prSet>
      <dgm:spPr/>
    </dgm:pt>
    <dgm:pt modelId="{19A1894C-CB48-4D77-8EE0-6AC6EA3FD72B}" type="pres">
      <dgm:prSet presAssocID="{C4F71408-A68E-49DD-BA0F-AC442162ED3F}" presName="hierChild2" presStyleCnt="0"/>
      <dgm:spPr/>
    </dgm:pt>
    <dgm:pt modelId="{157FEB02-DF7A-4847-9352-DDD5B5502288}" type="pres">
      <dgm:prSet presAssocID="{CAB915C3-F176-46E5-B0B5-36A00A74B891}" presName="hierRoot1" presStyleCnt="0"/>
      <dgm:spPr/>
    </dgm:pt>
    <dgm:pt modelId="{2AFE3DED-CFB3-48B4-810E-53BC24A6131A}" type="pres">
      <dgm:prSet presAssocID="{CAB915C3-F176-46E5-B0B5-36A00A74B891}" presName="composite" presStyleCnt="0"/>
      <dgm:spPr/>
    </dgm:pt>
    <dgm:pt modelId="{156B84BB-5E17-40C3-8C75-B9055E1F1670}" type="pres">
      <dgm:prSet presAssocID="{CAB915C3-F176-46E5-B0B5-36A00A74B891}" presName="background" presStyleLbl="node0" presStyleIdx="2" presStyleCnt="3"/>
      <dgm:spPr/>
    </dgm:pt>
    <dgm:pt modelId="{F3413391-1739-4A5B-8341-B4F3488605FD}" type="pres">
      <dgm:prSet presAssocID="{CAB915C3-F176-46E5-B0B5-36A00A74B891}" presName="text" presStyleLbl="fgAcc0" presStyleIdx="2" presStyleCnt="3">
        <dgm:presLayoutVars>
          <dgm:chPref val="3"/>
        </dgm:presLayoutVars>
      </dgm:prSet>
      <dgm:spPr/>
    </dgm:pt>
    <dgm:pt modelId="{891CDE86-277E-4BD5-BCA6-DF381BD66981}" type="pres">
      <dgm:prSet presAssocID="{CAB915C3-F176-46E5-B0B5-36A00A74B891}" presName="hierChild2" presStyleCnt="0"/>
      <dgm:spPr/>
    </dgm:pt>
  </dgm:ptLst>
  <dgm:cxnLst>
    <dgm:cxn modelId="{31EF7140-8A70-484F-BD28-674B78AA6E1C}" type="presOf" srcId="{C4F71408-A68E-49DD-BA0F-AC442162ED3F}" destId="{2044D350-517F-413D-BC04-A76B71F36536}" srcOrd="0" destOrd="0" presId="urn:microsoft.com/office/officeart/2005/8/layout/hierarchy1"/>
    <dgm:cxn modelId="{63E9C95E-5D22-4776-85C4-35C76FF746E3}" srcId="{D4F3DF66-99E5-4A67-9B64-8AE8978B0E35}" destId="{CAB915C3-F176-46E5-B0B5-36A00A74B891}" srcOrd="2" destOrd="0" parTransId="{A076E65F-096E-4671-816A-2B4BF51D539F}" sibTransId="{6A6AB8A0-4E69-4D3B-8859-67AB3D48434C}"/>
    <dgm:cxn modelId="{B759686E-DC70-4829-8445-5846D5AAF2CE}" srcId="{D4F3DF66-99E5-4A67-9B64-8AE8978B0E35}" destId="{C4F71408-A68E-49DD-BA0F-AC442162ED3F}" srcOrd="1" destOrd="0" parTransId="{8F897778-202E-463D-9EBD-887B90D2CB16}" sibTransId="{1E4E022F-AA1B-44CF-B980-855EE16C64D4}"/>
    <dgm:cxn modelId="{550A3A93-94C4-4A88-8EE1-5C7FC733E3FC}" srcId="{D4F3DF66-99E5-4A67-9B64-8AE8978B0E35}" destId="{03DBE0F8-800F-43E7-948C-9B9845B26A89}" srcOrd="0" destOrd="0" parTransId="{1D6ADF9A-EB1A-4A76-92F6-09699E17CEE5}" sibTransId="{596E058D-3556-4B93-A4BB-EDF7FD353283}"/>
    <dgm:cxn modelId="{4018BADD-34AF-4434-971F-34CB40C87324}" type="presOf" srcId="{CAB915C3-F176-46E5-B0B5-36A00A74B891}" destId="{F3413391-1739-4A5B-8341-B4F3488605FD}" srcOrd="0" destOrd="0" presId="urn:microsoft.com/office/officeart/2005/8/layout/hierarchy1"/>
    <dgm:cxn modelId="{7AF107E1-31C6-4386-B136-0EC506C20FAB}" type="presOf" srcId="{D4F3DF66-99E5-4A67-9B64-8AE8978B0E35}" destId="{97D9AC8B-B1B3-47D2-94FB-9835F77E874A}" srcOrd="0" destOrd="0" presId="urn:microsoft.com/office/officeart/2005/8/layout/hierarchy1"/>
    <dgm:cxn modelId="{90908CE6-D045-4CCD-8BE6-72B5E60AF2FA}" type="presOf" srcId="{03DBE0F8-800F-43E7-948C-9B9845B26A89}" destId="{569E326A-A937-43B5-99EF-0C1F8B890437}" srcOrd="0" destOrd="0" presId="urn:microsoft.com/office/officeart/2005/8/layout/hierarchy1"/>
    <dgm:cxn modelId="{6B569BF3-CC60-42C3-AEA2-7A98A865C459}" type="presParOf" srcId="{97D9AC8B-B1B3-47D2-94FB-9835F77E874A}" destId="{52570C79-2FD0-4FDC-94C4-95271B6BA672}" srcOrd="0" destOrd="0" presId="urn:microsoft.com/office/officeart/2005/8/layout/hierarchy1"/>
    <dgm:cxn modelId="{451A4F41-91F3-45AB-9CE0-EA67CF9EEE71}" type="presParOf" srcId="{52570C79-2FD0-4FDC-94C4-95271B6BA672}" destId="{E47B6778-A868-4DC5-BDDD-327B5E2FC7CB}" srcOrd="0" destOrd="0" presId="urn:microsoft.com/office/officeart/2005/8/layout/hierarchy1"/>
    <dgm:cxn modelId="{78F8FB50-3FE6-4E75-93EF-C50704FCA94E}" type="presParOf" srcId="{E47B6778-A868-4DC5-BDDD-327B5E2FC7CB}" destId="{B9DF302C-7FCC-4652-A88B-820E0E4DA615}" srcOrd="0" destOrd="0" presId="urn:microsoft.com/office/officeart/2005/8/layout/hierarchy1"/>
    <dgm:cxn modelId="{CE764D0E-547A-43A7-B6AE-FC66181D57DB}" type="presParOf" srcId="{E47B6778-A868-4DC5-BDDD-327B5E2FC7CB}" destId="{569E326A-A937-43B5-99EF-0C1F8B890437}" srcOrd="1" destOrd="0" presId="urn:microsoft.com/office/officeart/2005/8/layout/hierarchy1"/>
    <dgm:cxn modelId="{56323418-A273-4F3B-9123-ABEF14552B6F}" type="presParOf" srcId="{52570C79-2FD0-4FDC-94C4-95271B6BA672}" destId="{89CCE696-91AA-42B9-B30A-B050F9B7B600}" srcOrd="1" destOrd="0" presId="urn:microsoft.com/office/officeart/2005/8/layout/hierarchy1"/>
    <dgm:cxn modelId="{2E7A281B-894F-4E63-A52C-D89F2000D8ED}" type="presParOf" srcId="{97D9AC8B-B1B3-47D2-94FB-9835F77E874A}" destId="{53F5ACC0-1F87-49D3-A20C-68233AB41AA1}" srcOrd="1" destOrd="0" presId="urn:microsoft.com/office/officeart/2005/8/layout/hierarchy1"/>
    <dgm:cxn modelId="{D31A2B28-4288-4E1C-9130-EABC1458D5EA}" type="presParOf" srcId="{53F5ACC0-1F87-49D3-A20C-68233AB41AA1}" destId="{ACAF6502-BFCB-4C1D-B2D0-87488318A10D}" srcOrd="0" destOrd="0" presId="urn:microsoft.com/office/officeart/2005/8/layout/hierarchy1"/>
    <dgm:cxn modelId="{A9854085-3FBD-47D7-947E-865ED4EF33D2}" type="presParOf" srcId="{ACAF6502-BFCB-4C1D-B2D0-87488318A10D}" destId="{C7028EFE-F30F-4D56-A7F1-0D9CE0D70852}" srcOrd="0" destOrd="0" presId="urn:microsoft.com/office/officeart/2005/8/layout/hierarchy1"/>
    <dgm:cxn modelId="{8B61523A-AC8F-45F6-A345-641C196A88BB}" type="presParOf" srcId="{ACAF6502-BFCB-4C1D-B2D0-87488318A10D}" destId="{2044D350-517F-413D-BC04-A76B71F36536}" srcOrd="1" destOrd="0" presId="urn:microsoft.com/office/officeart/2005/8/layout/hierarchy1"/>
    <dgm:cxn modelId="{DDBE4067-7905-4542-95AC-425E51CC2AEC}" type="presParOf" srcId="{53F5ACC0-1F87-49D3-A20C-68233AB41AA1}" destId="{19A1894C-CB48-4D77-8EE0-6AC6EA3FD72B}" srcOrd="1" destOrd="0" presId="urn:microsoft.com/office/officeart/2005/8/layout/hierarchy1"/>
    <dgm:cxn modelId="{618AD617-6181-40D9-931D-9BD60A0F02E1}" type="presParOf" srcId="{97D9AC8B-B1B3-47D2-94FB-9835F77E874A}" destId="{157FEB02-DF7A-4847-9352-DDD5B5502288}" srcOrd="2" destOrd="0" presId="urn:microsoft.com/office/officeart/2005/8/layout/hierarchy1"/>
    <dgm:cxn modelId="{FD3441DF-8089-467A-8060-8CCCE5B589FC}" type="presParOf" srcId="{157FEB02-DF7A-4847-9352-DDD5B5502288}" destId="{2AFE3DED-CFB3-48B4-810E-53BC24A6131A}" srcOrd="0" destOrd="0" presId="urn:microsoft.com/office/officeart/2005/8/layout/hierarchy1"/>
    <dgm:cxn modelId="{68AE316D-CCBE-4BF7-AB53-53AD03F121E1}" type="presParOf" srcId="{2AFE3DED-CFB3-48B4-810E-53BC24A6131A}" destId="{156B84BB-5E17-40C3-8C75-B9055E1F1670}" srcOrd="0" destOrd="0" presId="urn:microsoft.com/office/officeart/2005/8/layout/hierarchy1"/>
    <dgm:cxn modelId="{2D6E36AA-69B9-40FD-ACD8-2BA77A82A0B0}" type="presParOf" srcId="{2AFE3DED-CFB3-48B4-810E-53BC24A6131A}" destId="{F3413391-1739-4A5B-8341-B4F3488605FD}" srcOrd="1" destOrd="0" presId="urn:microsoft.com/office/officeart/2005/8/layout/hierarchy1"/>
    <dgm:cxn modelId="{A0C2B290-393A-406D-9262-32E425CAC3F1}" type="presParOf" srcId="{157FEB02-DF7A-4847-9352-DDD5B5502288}" destId="{891CDE86-277E-4BD5-BCA6-DF381BD6698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EF064D-A6F4-479C-B297-27BA5B6A2545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2F07D59-6223-4C62-A36C-ED1F3883C3D4}">
      <dgm:prSet/>
      <dgm:spPr/>
      <dgm:t>
        <a:bodyPr/>
        <a:lstStyle/>
        <a:p>
          <a:r>
            <a:rPr lang="es-ES"/>
            <a:t>📊 </a:t>
          </a:r>
          <a:r>
            <a:rPr lang="es-ES" b="1"/>
            <a:t>Dashboard</a:t>
          </a:r>
          <a:endParaRPr lang="en-US"/>
        </a:p>
      </dgm:t>
    </dgm:pt>
    <dgm:pt modelId="{2315E17A-3167-45DF-A724-BEACCE06F468}" type="parTrans" cxnId="{4754DCBE-6CD4-4330-9E82-BC0F328FA30B}">
      <dgm:prSet/>
      <dgm:spPr/>
      <dgm:t>
        <a:bodyPr/>
        <a:lstStyle/>
        <a:p>
          <a:endParaRPr lang="en-US"/>
        </a:p>
      </dgm:t>
    </dgm:pt>
    <dgm:pt modelId="{EADA49FB-9FF0-4E8D-87A0-A8B8021C686A}" type="sibTrans" cxnId="{4754DCBE-6CD4-4330-9E82-BC0F328FA30B}">
      <dgm:prSet/>
      <dgm:spPr/>
      <dgm:t>
        <a:bodyPr/>
        <a:lstStyle/>
        <a:p>
          <a:endParaRPr lang="en-US"/>
        </a:p>
      </dgm:t>
    </dgm:pt>
    <dgm:pt modelId="{A9CB67BC-AF09-47B4-8D81-5FF5393FAB1C}">
      <dgm:prSet/>
      <dgm:spPr/>
      <dgm:t>
        <a:bodyPr/>
        <a:lstStyle/>
        <a:p>
          <a:r>
            <a:rPr lang="es-ES"/>
            <a:t>Identificación de dispositivos activos</a:t>
          </a:r>
          <a:endParaRPr lang="en-US"/>
        </a:p>
      </dgm:t>
    </dgm:pt>
    <dgm:pt modelId="{C33813C2-719E-4D39-BE20-2BC608FB7DB6}" type="parTrans" cxnId="{E8D8C6D4-A0AC-460A-AA90-662DFB2B3CA4}">
      <dgm:prSet/>
      <dgm:spPr/>
      <dgm:t>
        <a:bodyPr/>
        <a:lstStyle/>
        <a:p>
          <a:endParaRPr lang="en-US"/>
        </a:p>
      </dgm:t>
    </dgm:pt>
    <dgm:pt modelId="{DBFA1D62-E5D8-4235-928F-80A04B2BB9E0}" type="sibTrans" cxnId="{E8D8C6D4-A0AC-460A-AA90-662DFB2B3CA4}">
      <dgm:prSet/>
      <dgm:spPr/>
      <dgm:t>
        <a:bodyPr/>
        <a:lstStyle/>
        <a:p>
          <a:endParaRPr lang="en-US"/>
        </a:p>
      </dgm:t>
    </dgm:pt>
    <dgm:pt modelId="{0ECBDB3B-C4B3-45EF-AC38-080B271FBD60}">
      <dgm:prSet/>
      <dgm:spPr/>
      <dgm:t>
        <a:bodyPr/>
        <a:lstStyle/>
        <a:p>
          <a:r>
            <a:rPr lang="es-ES"/>
            <a:t>Detección de picos de tráfico</a:t>
          </a:r>
          <a:endParaRPr lang="en-US"/>
        </a:p>
      </dgm:t>
    </dgm:pt>
    <dgm:pt modelId="{16563514-4AB5-45DF-A268-6EDCD91A19D2}" type="parTrans" cxnId="{46D2A067-C877-4BDA-A44B-8C6A54156E0F}">
      <dgm:prSet/>
      <dgm:spPr/>
      <dgm:t>
        <a:bodyPr/>
        <a:lstStyle/>
        <a:p>
          <a:endParaRPr lang="en-US"/>
        </a:p>
      </dgm:t>
    </dgm:pt>
    <dgm:pt modelId="{76C416D5-5EFE-4372-9B91-5AE8D78A8392}" type="sibTrans" cxnId="{46D2A067-C877-4BDA-A44B-8C6A54156E0F}">
      <dgm:prSet/>
      <dgm:spPr/>
      <dgm:t>
        <a:bodyPr/>
        <a:lstStyle/>
        <a:p>
          <a:endParaRPr lang="en-US"/>
        </a:p>
      </dgm:t>
    </dgm:pt>
    <dgm:pt modelId="{3168B4A1-F757-440C-B06A-7A776221F3A1}">
      <dgm:prSet/>
      <dgm:spPr/>
      <dgm:t>
        <a:bodyPr/>
        <a:lstStyle/>
        <a:p>
          <a:r>
            <a:rPr lang="es-ES"/>
            <a:t>🖥️ </a:t>
          </a:r>
          <a:r>
            <a:rPr lang="es-ES" b="1"/>
            <a:t>Monitoreo de dispositivos</a:t>
          </a:r>
          <a:endParaRPr lang="en-US"/>
        </a:p>
      </dgm:t>
    </dgm:pt>
    <dgm:pt modelId="{57D07720-16C5-4726-BA91-D002FA992EDB}" type="parTrans" cxnId="{B46B50FE-C557-4F25-97E3-D6D3ECD5F995}">
      <dgm:prSet/>
      <dgm:spPr/>
      <dgm:t>
        <a:bodyPr/>
        <a:lstStyle/>
        <a:p>
          <a:endParaRPr lang="en-US"/>
        </a:p>
      </dgm:t>
    </dgm:pt>
    <dgm:pt modelId="{C07EB2DE-55A2-44D3-94D4-32874A37D314}" type="sibTrans" cxnId="{B46B50FE-C557-4F25-97E3-D6D3ECD5F995}">
      <dgm:prSet/>
      <dgm:spPr/>
      <dgm:t>
        <a:bodyPr/>
        <a:lstStyle/>
        <a:p>
          <a:endParaRPr lang="en-US"/>
        </a:p>
      </dgm:t>
    </dgm:pt>
    <dgm:pt modelId="{DFDB4AC0-FCDC-4D26-8D46-CD080D251420}">
      <dgm:prSet/>
      <dgm:spPr/>
      <dgm:t>
        <a:bodyPr/>
        <a:lstStyle/>
        <a:p>
          <a:r>
            <a:rPr lang="es-ES"/>
            <a:t>Control de consumo por equipo</a:t>
          </a:r>
          <a:endParaRPr lang="en-US"/>
        </a:p>
      </dgm:t>
    </dgm:pt>
    <dgm:pt modelId="{442FC4F2-C40D-4F51-A63A-6810DF65B2A2}" type="parTrans" cxnId="{DCBA9169-27A3-46E7-8357-AD45835AC042}">
      <dgm:prSet/>
      <dgm:spPr/>
      <dgm:t>
        <a:bodyPr/>
        <a:lstStyle/>
        <a:p>
          <a:endParaRPr lang="en-US"/>
        </a:p>
      </dgm:t>
    </dgm:pt>
    <dgm:pt modelId="{D05FBFF2-2646-48A4-B243-EA4888F541AE}" type="sibTrans" cxnId="{DCBA9169-27A3-46E7-8357-AD45835AC042}">
      <dgm:prSet/>
      <dgm:spPr/>
      <dgm:t>
        <a:bodyPr/>
        <a:lstStyle/>
        <a:p>
          <a:endParaRPr lang="en-US"/>
        </a:p>
      </dgm:t>
    </dgm:pt>
    <dgm:pt modelId="{B2181215-07EE-4996-9686-71A8154FDD42}">
      <dgm:prSet/>
      <dgm:spPr/>
      <dgm:t>
        <a:bodyPr/>
        <a:lstStyle/>
        <a:p>
          <a:r>
            <a:rPr lang="es-ES"/>
            <a:t>Identificación de comportamientos anómalos</a:t>
          </a:r>
          <a:endParaRPr lang="en-US"/>
        </a:p>
      </dgm:t>
    </dgm:pt>
    <dgm:pt modelId="{AF144A04-B2C9-4EB7-ACF3-6E21A135FACF}" type="parTrans" cxnId="{9F89A39E-4321-414E-B03F-E01110622137}">
      <dgm:prSet/>
      <dgm:spPr/>
      <dgm:t>
        <a:bodyPr/>
        <a:lstStyle/>
        <a:p>
          <a:endParaRPr lang="en-US"/>
        </a:p>
      </dgm:t>
    </dgm:pt>
    <dgm:pt modelId="{F5E1A48E-2261-4E9A-8E6A-D96FD3414993}" type="sibTrans" cxnId="{9F89A39E-4321-414E-B03F-E01110622137}">
      <dgm:prSet/>
      <dgm:spPr/>
      <dgm:t>
        <a:bodyPr/>
        <a:lstStyle/>
        <a:p>
          <a:endParaRPr lang="en-US"/>
        </a:p>
      </dgm:t>
    </dgm:pt>
    <dgm:pt modelId="{4E18E705-FF24-43AB-8774-1A4692C24858}">
      <dgm:prSet/>
      <dgm:spPr/>
      <dgm:t>
        <a:bodyPr/>
        <a:lstStyle/>
        <a:p>
          <a:r>
            <a:rPr lang="es-ES"/>
            <a:t>🌐 </a:t>
          </a:r>
          <a:r>
            <a:rPr lang="es-ES" b="1"/>
            <a:t>Consultas DNS</a:t>
          </a:r>
          <a:endParaRPr lang="en-US"/>
        </a:p>
      </dgm:t>
    </dgm:pt>
    <dgm:pt modelId="{22F1F0C4-630A-4FB5-BBBD-F05229983D82}" type="parTrans" cxnId="{82B0387C-E758-4C92-91A5-323112BC5828}">
      <dgm:prSet/>
      <dgm:spPr/>
      <dgm:t>
        <a:bodyPr/>
        <a:lstStyle/>
        <a:p>
          <a:endParaRPr lang="en-US"/>
        </a:p>
      </dgm:t>
    </dgm:pt>
    <dgm:pt modelId="{483B6CD6-310E-45AF-A48B-67605DF9A913}" type="sibTrans" cxnId="{82B0387C-E758-4C92-91A5-323112BC5828}">
      <dgm:prSet/>
      <dgm:spPr/>
      <dgm:t>
        <a:bodyPr/>
        <a:lstStyle/>
        <a:p>
          <a:endParaRPr lang="en-US"/>
        </a:p>
      </dgm:t>
    </dgm:pt>
    <dgm:pt modelId="{389AFBB6-DE0C-4CE9-BECE-1BBB9261BF39}">
      <dgm:prSet/>
      <dgm:spPr/>
      <dgm:t>
        <a:bodyPr/>
        <a:lstStyle/>
        <a:p>
          <a:r>
            <a:rPr lang="es-ES"/>
            <a:t>Análisis de dominios consultados</a:t>
          </a:r>
          <a:endParaRPr lang="en-US"/>
        </a:p>
      </dgm:t>
    </dgm:pt>
    <dgm:pt modelId="{6B858BB2-8066-448C-B05A-1F57A2E8E89B}" type="parTrans" cxnId="{E9D10E1F-3BDC-45D0-9E20-9C3762FED699}">
      <dgm:prSet/>
      <dgm:spPr/>
      <dgm:t>
        <a:bodyPr/>
        <a:lstStyle/>
        <a:p>
          <a:endParaRPr lang="en-US"/>
        </a:p>
      </dgm:t>
    </dgm:pt>
    <dgm:pt modelId="{BB7742DA-8A49-400F-A8C9-62AB006F0C23}" type="sibTrans" cxnId="{E9D10E1F-3BDC-45D0-9E20-9C3762FED699}">
      <dgm:prSet/>
      <dgm:spPr/>
      <dgm:t>
        <a:bodyPr/>
        <a:lstStyle/>
        <a:p>
          <a:endParaRPr lang="en-US"/>
        </a:p>
      </dgm:t>
    </dgm:pt>
    <dgm:pt modelId="{1662C416-41E6-4609-9491-0291821069FF}">
      <dgm:prSet/>
      <dgm:spPr/>
      <dgm:t>
        <a:bodyPr/>
        <a:lstStyle/>
        <a:p>
          <a:r>
            <a:rPr lang="es-ES"/>
            <a:t>Refuerzo de seguridad de red</a:t>
          </a:r>
          <a:endParaRPr lang="en-US"/>
        </a:p>
      </dgm:t>
    </dgm:pt>
    <dgm:pt modelId="{4A4176DD-7BFA-4112-92E1-5D0CBA5CE9E6}" type="parTrans" cxnId="{4E650DCB-D692-4B8C-9B11-9D278087F1CE}">
      <dgm:prSet/>
      <dgm:spPr/>
      <dgm:t>
        <a:bodyPr/>
        <a:lstStyle/>
        <a:p>
          <a:endParaRPr lang="en-US"/>
        </a:p>
      </dgm:t>
    </dgm:pt>
    <dgm:pt modelId="{141EFDD6-6610-4F69-880E-B9855D3AB4DA}" type="sibTrans" cxnId="{4E650DCB-D692-4B8C-9B11-9D278087F1CE}">
      <dgm:prSet/>
      <dgm:spPr/>
      <dgm:t>
        <a:bodyPr/>
        <a:lstStyle/>
        <a:p>
          <a:endParaRPr lang="en-US"/>
        </a:p>
      </dgm:t>
    </dgm:pt>
    <dgm:pt modelId="{7220E8A1-9904-4F39-A865-8B49E3C1C062}" type="pres">
      <dgm:prSet presAssocID="{12EF064D-A6F4-479C-B297-27BA5B6A2545}" presName="diagram" presStyleCnt="0">
        <dgm:presLayoutVars>
          <dgm:dir/>
          <dgm:resizeHandles val="exact"/>
        </dgm:presLayoutVars>
      </dgm:prSet>
      <dgm:spPr/>
    </dgm:pt>
    <dgm:pt modelId="{06F3AF73-4B57-407D-BB3D-A09B25713F77}" type="pres">
      <dgm:prSet presAssocID="{12F07D59-6223-4C62-A36C-ED1F3883C3D4}" presName="node" presStyleLbl="node1" presStyleIdx="0" presStyleCnt="9">
        <dgm:presLayoutVars>
          <dgm:bulletEnabled val="1"/>
        </dgm:presLayoutVars>
      </dgm:prSet>
      <dgm:spPr/>
    </dgm:pt>
    <dgm:pt modelId="{09F4C761-0DC8-4575-A5C5-82B4E4C48114}" type="pres">
      <dgm:prSet presAssocID="{EADA49FB-9FF0-4E8D-87A0-A8B8021C686A}" presName="sibTrans" presStyleCnt="0"/>
      <dgm:spPr/>
    </dgm:pt>
    <dgm:pt modelId="{63BB6328-E536-43A9-983D-4F644FA5530A}" type="pres">
      <dgm:prSet presAssocID="{A9CB67BC-AF09-47B4-8D81-5FF5393FAB1C}" presName="node" presStyleLbl="node1" presStyleIdx="1" presStyleCnt="9">
        <dgm:presLayoutVars>
          <dgm:bulletEnabled val="1"/>
        </dgm:presLayoutVars>
      </dgm:prSet>
      <dgm:spPr/>
    </dgm:pt>
    <dgm:pt modelId="{49ECC32C-D093-42AF-A653-BA38696FC165}" type="pres">
      <dgm:prSet presAssocID="{DBFA1D62-E5D8-4235-928F-80A04B2BB9E0}" presName="sibTrans" presStyleCnt="0"/>
      <dgm:spPr/>
    </dgm:pt>
    <dgm:pt modelId="{E19B741C-597A-4403-85FF-93B47E37C96E}" type="pres">
      <dgm:prSet presAssocID="{0ECBDB3B-C4B3-45EF-AC38-080B271FBD60}" presName="node" presStyleLbl="node1" presStyleIdx="2" presStyleCnt="9">
        <dgm:presLayoutVars>
          <dgm:bulletEnabled val="1"/>
        </dgm:presLayoutVars>
      </dgm:prSet>
      <dgm:spPr/>
    </dgm:pt>
    <dgm:pt modelId="{87ED5340-582F-4905-A644-6D96E450B71F}" type="pres">
      <dgm:prSet presAssocID="{76C416D5-5EFE-4372-9B91-5AE8D78A8392}" presName="sibTrans" presStyleCnt="0"/>
      <dgm:spPr/>
    </dgm:pt>
    <dgm:pt modelId="{4DCAD12D-3854-480C-BAEA-424DDB16B548}" type="pres">
      <dgm:prSet presAssocID="{3168B4A1-F757-440C-B06A-7A776221F3A1}" presName="node" presStyleLbl="node1" presStyleIdx="3" presStyleCnt="9">
        <dgm:presLayoutVars>
          <dgm:bulletEnabled val="1"/>
        </dgm:presLayoutVars>
      </dgm:prSet>
      <dgm:spPr/>
    </dgm:pt>
    <dgm:pt modelId="{8AF28D99-43F6-4C95-A4F5-EC37535081A3}" type="pres">
      <dgm:prSet presAssocID="{C07EB2DE-55A2-44D3-94D4-32874A37D314}" presName="sibTrans" presStyleCnt="0"/>
      <dgm:spPr/>
    </dgm:pt>
    <dgm:pt modelId="{B061B90A-B691-4BAF-BF58-47D5AD3A9632}" type="pres">
      <dgm:prSet presAssocID="{DFDB4AC0-FCDC-4D26-8D46-CD080D251420}" presName="node" presStyleLbl="node1" presStyleIdx="4" presStyleCnt="9">
        <dgm:presLayoutVars>
          <dgm:bulletEnabled val="1"/>
        </dgm:presLayoutVars>
      </dgm:prSet>
      <dgm:spPr/>
    </dgm:pt>
    <dgm:pt modelId="{97549544-A96D-486A-9845-566352051625}" type="pres">
      <dgm:prSet presAssocID="{D05FBFF2-2646-48A4-B243-EA4888F541AE}" presName="sibTrans" presStyleCnt="0"/>
      <dgm:spPr/>
    </dgm:pt>
    <dgm:pt modelId="{6B899729-2BB9-4FA4-AC0F-C7E559848E62}" type="pres">
      <dgm:prSet presAssocID="{B2181215-07EE-4996-9686-71A8154FDD42}" presName="node" presStyleLbl="node1" presStyleIdx="5" presStyleCnt="9">
        <dgm:presLayoutVars>
          <dgm:bulletEnabled val="1"/>
        </dgm:presLayoutVars>
      </dgm:prSet>
      <dgm:spPr/>
    </dgm:pt>
    <dgm:pt modelId="{D05B8518-1C3C-486B-90C8-72E40E968802}" type="pres">
      <dgm:prSet presAssocID="{F5E1A48E-2261-4E9A-8E6A-D96FD3414993}" presName="sibTrans" presStyleCnt="0"/>
      <dgm:spPr/>
    </dgm:pt>
    <dgm:pt modelId="{38DA15A1-44AE-44E0-9815-8D98206D9BFE}" type="pres">
      <dgm:prSet presAssocID="{4E18E705-FF24-43AB-8774-1A4692C24858}" presName="node" presStyleLbl="node1" presStyleIdx="6" presStyleCnt="9">
        <dgm:presLayoutVars>
          <dgm:bulletEnabled val="1"/>
        </dgm:presLayoutVars>
      </dgm:prSet>
      <dgm:spPr/>
    </dgm:pt>
    <dgm:pt modelId="{4E132146-334E-42DB-9B99-9346D2BF51A9}" type="pres">
      <dgm:prSet presAssocID="{483B6CD6-310E-45AF-A48B-67605DF9A913}" presName="sibTrans" presStyleCnt="0"/>
      <dgm:spPr/>
    </dgm:pt>
    <dgm:pt modelId="{4188FDA1-107E-4432-9094-E458B458934B}" type="pres">
      <dgm:prSet presAssocID="{389AFBB6-DE0C-4CE9-BECE-1BBB9261BF39}" presName="node" presStyleLbl="node1" presStyleIdx="7" presStyleCnt="9">
        <dgm:presLayoutVars>
          <dgm:bulletEnabled val="1"/>
        </dgm:presLayoutVars>
      </dgm:prSet>
      <dgm:spPr/>
    </dgm:pt>
    <dgm:pt modelId="{6CD03DA6-E27F-46B5-8784-C48CC5C4446E}" type="pres">
      <dgm:prSet presAssocID="{BB7742DA-8A49-400F-A8C9-62AB006F0C23}" presName="sibTrans" presStyleCnt="0"/>
      <dgm:spPr/>
    </dgm:pt>
    <dgm:pt modelId="{7B93AFF8-89EA-441D-9BE5-675019BA8E07}" type="pres">
      <dgm:prSet presAssocID="{1662C416-41E6-4609-9491-0291821069FF}" presName="node" presStyleLbl="node1" presStyleIdx="8" presStyleCnt="9">
        <dgm:presLayoutVars>
          <dgm:bulletEnabled val="1"/>
        </dgm:presLayoutVars>
      </dgm:prSet>
      <dgm:spPr/>
    </dgm:pt>
  </dgm:ptLst>
  <dgm:cxnLst>
    <dgm:cxn modelId="{42850219-E0E0-431D-9BD9-E776D1C755B0}" type="presOf" srcId="{DFDB4AC0-FCDC-4D26-8D46-CD080D251420}" destId="{B061B90A-B691-4BAF-BF58-47D5AD3A9632}" srcOrd="0" destOrd="0" presId="urn:microsoft.com/office/officeart/2005/8/layout/default"/>
    <dgm:cxn modelId="{FFAD261A-CF3B-49B7-BAAF-7AC4887F7FB9}" type="presOf" srcId="{A9CB67BC-AF09-47B4-8D81-5FF5393FAB1C}" destId="{63BB6328-E536-43A9-983D-4F644FA5530A}" srcOrd="0" destOrd="0" presId="urn:microsoft.com/office/officeart/2005/8/layout/default"/>
    <dgm:cxn modelId="{1199471B-5D21-4CB0-85A7-C22A44ABFDEB}" type="presOf" srcId="{12EF064D-A6F4-479C-B297-27BA5B6A2545}" destId="{7220E8A1-9904-4F39-A865-8B49E3C1C062}" srcOrd="0" destOrd="0" presId="urn:microsoft.com/office/officeart/2005/8/layout/default"/>
    <dgm:cxn modelId="{E9D10E1F-3BDC-45D0-9E20-9C3762FED699}" srcId="{12EF064D-A6F4-479C-B297-27BA5B6A2545}" destId="{389AFBB6-DE0C-4CE9-BECE-1BBB9261BF39}" srcOrd="7" destOrd="0" parTransId="{6B858BB2-8066-448C-B05A-1F57A2E8E89B}" sibTransId="{BB7742DA-8A49-400F-A8C9-62AB006F0C23}"/>
    <dgm:cxn modelId="{DFEFD320-9229-4A23-9CD8-6F269560E635}" type="presOf" srcId="{3168B4A1-F757-440C-B06A-7A776221F3A1}" destId="{4DCAD12D-3854-480C-BAEA-424DDB16B548}" srcOrd="0" destOrd="0" presId="urn:microsoft.com/office/officeart/2005/8/layout/default"/>
    <dgm:cxn modelId="{7C1C0B24-535B-418F-BEA8-8C4CCE5E20FB}" type="presOf" srcId="{B2181215-07EE-4996-9686-71A8154FDD42}" destId="{6B899729-2BB9-4FA4-AC0F-C7E559848E62}" srcOrd="0" destOrd="0" presId="urn:microsoft.com/office/officeart/2005/8/layout/default"/>
    <dgm:cxn modelId="{625C6632-D825-4E7A-855D-FE3395A6F28F}" type="presOf" srcId="{12F07D59-6223-4C62-A36C-ED1F3883C3D4}" destId="{06F3AF73-4B57-407D-BB3D-A09B25713F77}" srcOrd="0" destOrd="0" presId="urn:microsoft.com/office/officeart/2005/8/layout/default"/>
    <dgm:cxn modelId="{46D2A067-C877-4BDA-A44B-8C6A54156E0F}" srcId="{12EF064D-A6F4-479C-B297-27BA5B6A2545}" destId="{0ECBDB3B-C4B3-45EF-AC38-080B271FBD60}" srcOrd="2" destOrd="0" parTransId="{16563514-4AB5-45DF-A268-6EDCD91A19D2}" sibTransId="{76C416D5-5EFE-4372-9B91-5AE8D78A8392}"/>
    <dgm:cxn modelId="{DCBA9169-27A3-46E7-8357-AD45835AC042}" srcId="{12EF064D-A6F4-479C-B297-27BA5B6A2545}" destId="{DFDB4AC0-FCDC-4D26-8D46-CD080D251420}" srcOrd="4" destOrd="0" parTransId="{442FC4F2-C40D-4F51-A63A-6810DF65B2A2}" sibTransId="{D05FBFF2-2646-48A4-B243-EA4888F541AE}"/>
    <dgm:cxn modelId="{82B0387C-E758-4C92-91A5-323112BC5828}" srcId="{12EF064D-A6F4-479C-B297-27BA5B6A2545}" destId="{4E18E705-FF24-43AB-8774-1A4692C24858}" srcOrd="6" destOrd="0" parTransId="{22F1F0C4-630A-4FB5-BBBD-F05229983D82}" sibTransId="{483B6CD6-310E-45AF-A48B-67605DF9A913}"/>
    <dgm:cxn modelId="{0D22A088-9637-4533-9D96-511F43518E4C}" type="presOf" srcId="{4E18E705-FF24-43AB-8774-1A4692C24858}" destId="{38DA15A1-44AE-44E0-9815-8D98206D9BFE}" srcOrd="0" destOrd="0" presId="urn:microsoft.com/office/officeart/2005/8/layout/default"/>
    <dgm:cxn modelId="{9F89A39E-4321-414E-B03F-E01110622137}" srcId="{12EF064D-A6F4-479C-B297-27BA5B6A2545}" destId="{B2181215-07EE-4996-9686-71A8154FDD42}" srcOrd="5" destOrd="0" parTransId="{AF144A04-B2C9-4EB7-ACF3-6E21A135FACF}" sibTransId="{F5E1A48E-2261-4E9A-8E6A-D96FD3414993}"/>
    <dgm:cxn modelId="{78E8D59E-6310-4C94-B725-C10E5B6AD61A}" type="presOf" srcId="{389AFBB6-DE0C-4CE9-BECE-1BBB9261BF39}" destId="{4188FDA1-107E-4432-9094-E458B458934B}" srcOrd="0" destOrd="0" presId="urn:microsoft.com/office/officeart/2005/8/layout/default"/>
    <dgm:cxn modelId="{4754DCBE-6CD4-4330-9E82-BC0F328FA30B}" srcId="{12EF064D-A6F4-479C-B297-27BA5B6A2545}" destId="{12F07D59-6223-4C62-A36C-ED1F3883C3D4}" srcOrd="0" destOrd="0" parTransId="{2315E17A-3167-45DF-A724-BEACCE06F468}" sibTransId="{EADA49FB-9FF0-4E8D-87A0-A8B8021C686A}"/>
    <dgm:cxn modelId="{4E650DCB-D692-4B8C-9B11-9D278087F1CE}" srcId="{12EF064D-A6F4-479C-B297-27BA5B6A2545}" destId="{1662C416-41E6-4609-9491-0291821069FF}" srcOrd="8" destOrd="0" parTransId="{4A4176DD-7BFA-4112-92E1-5D0CBA5CE9E6}" sibTransId="{141EFDD6-6610-4F69-880E-B9855D3AB4DA}"/>
    <dgm:cxn modelId="{E8D8C6D4-A0AC-460A-AA90-662DFB2B3CA4}" srcId="{12EF064D-A6F4-479C-B297-27BA5B6A2545}" destId="{A9CB67BC-AF09-47B4-8D81-5FF5393FAB1C}" srcOrd="1" destOrd="0" parTransId="{C33813C2-719E-4D39-BE20-2BC608FB7DB6}" sibTransId="{DBFA1D62-E5D8-4235-928F-80A04B2BB9E0}"/>
    <dgm:cxn modelId="{5596CDD6-0C43-4632-8914-2E1B806F22E8}" type="presOf" srcId="{1662C416-41E6-4609-9491-0291821069FF}" destId="{7B93AFF8-89EA-441D-9BE5-675019BA8E07}" srcOrd="0" destOrd="0" presId="urn:microsoft.com/office/officeart/2005/8/layout/default"/>
    <dgm:cxn modelId="{E2833EE3-14D8-46AB-BE94-32399E29219B}" type="presOf" srcId="{0ECBDB3B-C4B3-45EF-AC38-080B271FBD60}" destId="{E19B741C-597A-4403-85FF-93B47E37C96E}" srcOrd="0" destOrd="0" presId="urn:microsoft.com/office/officeart/2005/8/layout/default"/>
    <dgm:cxn modelId="{B46B50FE-C557-4F25-97E3-D6D3ECD5F995}" srcId="{12EF064D-A6F4-479C-B297-27BA5B6A2545}" destId="{3168B4A1-F757-440C-B06A-7A776221F3A1}" srcOrd="3" destOrd="0" parTransId="{57D07720-16C5-4726-BA91-D002FA992EDB}" sibTransId="{C07EB2DE-55A2-44D3-94D4-32874A37D314}"/>
    <dgm:cxn modelId="{638C04E3-5272-43A6-A49A-E8742ECD7FF7}" type="presParOf" srcId="{7220E8A1-9904-4F39-A865-8B49E3C1C062}" destId="{06F3AF73-4B57-407D-BB3D-A09B25713F77}" srcOrd="0" destOrd="0" presId="urn:microsoft.com/office/officeart/2005/8/layout/default"/>
    <dgm:cxn modelId="{57F93CFC-E861-426D-935F-5C1165521CDA}" type="presParOf" srcId="{7220E8A1-9904-4F39-A865-8B49E3C1C062}" destId="{09F4C761-0DC8-4575-A5C5-82B4E4C48114}" srcOrd="1" destOrd="0" presId="urn:microsoft.com/office/officeart/2005/8/layout/default"/>
    <dgm:cxn modelId="{D2D3EE8F-9877-45E8-9D68-5B1D3494F562}" type="presParOf" srcId="{7220E8A1-9904-4F39-A865-8B49E3C1C062}" destId="{63BB6328-E536-43A9-983D-4F644FA5530A}" srcOrd="2" destOrd="0" presId="urn:microsoft.com/office/officeart/2005/8/layout/default"/>
    <dgm:cxn modelId="{ECA0D671-6910-4CFB-9D0A-21E1E8FC58D7}" type="presParOf" srcId="{7220E8A1-9904-4F39-A865-8B49E3C1C062}" destId="{49ECC32C-D093-42AF-A653-BA38696FC165}" srcOrd="3" destOrd="0" presId="urn:microsoft.com/office/officeart/2005/8/layout/default"/>
    <dgm:cxn modelId="{04683A39-3577-4D78-A978-234047DDDDB3}" type="presParOf" srcId="{7220E8A1-9904-4F39-A865-8B49E3C1C062}" destId="{E19B741C-597A-4403-85FF-93B47E37C96E}" srcOrd="4" destOrd="0" presId="urn:microsoft.com/office/officeart/2005/8/layout/default"/>
    <dgm:cxn modelId="{FC2570B8-DFD1-4DD7-A3E1-7EA0096567CC}" type="presParOf" srcId="{7220E8A1-9904-4F39-A865-8B49E3C1C062}" destId="{87ED5340-582F-4905-A644-6D96E450B71F}" srcOrd="5" destOrd="0" presId="urn:microsoft.com/office/officeart/2005/8/layout/default"/>
    <dgm:cxn modelId="{0FD2E2C8-36FE-4C64-8DFB-4B34BEF8BFDB}" type="presParOf" srcId="{7220E8A1-9904-4F39-A865-8B49E3C1C062}" destId="{4DCAD12D-3854-480C-BAEA-424DDB16B548}" srcOrd="6" destOrd="0" presId="urn:microsoft.com/office/officeart/2005/8/layout/default"/>
    <dgm:cxn modelId="{002E9B37-850E-4C5C-A753-5B573B4908B8}" type="presParOf" srcId="{7220E8A1-9904-4F39-A865-8B49E3C1C062}" destId="{8AF28D99-43F6-4C95-A4F5-EC37535081A3}" srcOrd="7" destOrd="0" presId="urn:microsoft.com/office/officeart/2005/8/layout/default"/>
    <dgm:cxn modelId="{856E2866-6430-402C-8295-18CDF67D1523}" type="presParOf" srcId="{7220E8A1-9904-4F39-A865-8B49E3C1C062}" destId="{B061B90A-B691-4BAF-BF58-47D5AD3A9632}" srcOrd="8" destOrd="0" presId="urn:microsoft.com/office/officeart/2005/8/layout/default"/>
    <dgm:cxn modelId="{DB3C038E-2E37-4B35-BADA-D96796AD11AE}" type="presParOf" srcId="{7220E8A1-9904-4F39-A865-8B49E3C1C062}" destId="{97549544-A96D-486A-9845-566352051625}" srcOrd="9" destOrd="0" presId="urn:microsoft.com/office/officeart/2005/8/layout/default"/>
    <dgm:cxn modelId="{32601311-5E49-42AF-BEBA-330703BA5634}" type="presParOf" srcId="{7220E8A1-9904-4F39-A865-8B49E3C1C062}" destId="{6B899729-2BB9-4FA4-AC0F-C7E559848E62}" srcOrd="10" destOrd="0" presId="urn:microsoft.com/office/officeart/2005/8/layout/default"/>
    <dgm:cxn modelId="{FD8C4D00-5205-4BB2-BEB7-12F8860CF12C}" type="presParOf" srcId="{7220E8A1-9904-4F39-A865-8B49E3C1C062}" destId="{D05B8518-1C3C-486B-90C8-72E40E968802}" srcOrd="11" destOrd="0" presId="urn:microsoft.com/office/officeart/2005/8/layout/default"/>
    <dgm:cxn modelId="{E0A33973-3660-4EC0-9538-8A4C3930A37F}" type="presParOf" srcId="{7220E8A1-9904-4F39-A865-8B49E3C1C062}" destId="{38DA15A1-44AE-44E0-9815-8D98206D9BFE}" srcOrd="12" destOrd="0" presId="urn:microsoft.com/office/officeart/2005/8/layout/default"/>
    <dgm:cxn modelId="{500C23A6-FB50-4076-8162-8EC16C0CCB15}" type="presParOf" srcId="{7220E8A1-9904-4F39-A865-8B49E3C1C062}" destId="{4E132146-334E-42DB-9B99-9346D2BF51A9}" srcOrd="13" destOrd="0" presId="urn:microsoft.com/office/officeart/2005/8/layout/default"/>
    <dgm:cxn modelId="{4687C91B-9108-481A-9137-BB847B7D7742}" type="presParOf" srcId="{7220E8A1-9904-4F39-A865-8B49E3C1C062}" destId="{4188FDA1-107E-4432-9094-E458B458934B}" srcOrd="14" destOrd="0" presId="urn:microsoft.com/office/officeart/2005/8/layout/default"/>
    <dgm:cxn modelId="{6AC843E1-51D6-47EE-9F00-451947B6A3AB}" type="presParOf" srcId="{7220E8A1-9904-4F39-A865-8B49E3C1C062}" destId="{6CD03DA6-E27F-46B5-8784-C48CC5C4446E}" srcOrd="15" destOrd="0" presId="urn:microsoft.com/office/officeart/2005/8/layout/default"/>
    <dgm:cxn modelId="{0E83F2F0-825C-407C-B408-60FFDFBF9CA7}" type="presParOf" srcId="{7220E8A1-9904-4F39-A865-8B49E3C1C062}" destId="{7B93AFF8-89EA-441D-9BE5-675019BA8E07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2A9491B-6E73-4D82-8E80-6A0ED9832C3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A74D136-4AF8-4694-95A9-E19FC87A38AC}">
      <dgm:prSet custT="1"/>
      <dgm:spPr/>
      <dgm:t>
        <a:bodyPr/>
        <a:lstStyle/>
        <a:p>
          <a:pPr>
            <a:defRPr cap="all"/>
          </a:pPr>
          <a:r>
            <a:rPr lang="es-MX" sz="1200" b="1" dirty="0">
              <a:solidFill>
                <a:schemeClr val="tx1"/>
              </a:solidFill>
            </a:rPr>
            <a:t>El sistema está diseñado para funcionar en redes locales (LAN), tanto en entornos domésticos como institucionales</a:t>
          </a:r>
          <a:r>
            <a:rPr lang="es-MX" sz="1100" b="1" dirty="0">
              <a:solidFill>
                <a:schemeClr val="tx1"/>
              </a:solidFill>
            </a:rPr>
            <a:t>.</a:t>
          </a:r>
          <a:endParaRPr lang="en-US" sz="1100" b="1" dirty="0">
            <a:solidFill>
              <a:schemeClr val="tx1"/>
            </a:solidFill>
          </a:endParaRPr>
        </a:p>
      </dgm:t>
    </dgm:pt>
    <dgm:pt modelId="{B917DEF2-26C9-451F-91E5-2194E7E06FE8}" type="parTrans" cxnId="{43BBACE3-742C-4876-BEF1-A99C6E2F608D}">
      <dgm:prSet/>
      <dgm:spPr/>
      <dgm:t>
        <a:bodyPr/>
        <a:lstStyle/>
        <a:p>
          <a:endParaRPr lang="en-US"/>
        </a:p>
      </dgm:t>
    </dgm:pt>
    <dgm:pt modelId="{65456B67-B889-48F2-8351-880CDCC37884}" type="sibTrans" cxnId="{43BBACE3-742C-4876-BEF1-A99C6E2F608D}">
      <dgm:prSet/>
      <dgm:spPr/>
      <dgm:t>
        <a:bodyPr/>
        <a:lstStyle/>
        <a:p>
          <a:endParaRPr lang="en-US"/>
        </a:p>
      </dgm:t>
    </dgm:pt>
    <dgm:pt modelId="{7E8A4E78-AB78-4451-ACAD-743832A5C9F1}">
      <dgm:prSet custT="1"/>
      <dgm:spPr/>
      <dgm:t>
        <a:bodyPr/>
        <a:lstStyle/>
        <a:p>
          <a:pPr>
            <a:defRPr cap="all"/>
          </a:pPr>
          <a:r>
            <a:rPr lang="es-MX" sz="1200" b="1" dirty="0">
              <a:solidFill>
                <a:schemeClr val="tx1"/>
              </a:solidFill>
            </a:rPr>
            <a:t>Permite la detección y monitoreo de IP y MAC, el análisis de consultas DNS y la visualización de la información en un dashboard interactivo, con control de accesos por roles.</a:t>
          </a:r>
          <a:endParaRPr lang="en-US" sz="1200" b="1" dirty="0">
            <a:solidFill>
              <a:schemeClr val="tx1"/>
            </a:solidFill>
          </a:endParaRPr>
        </a:p>
      </dgm:t>
    </dgm:pt>
    <dgm:pt modelId="{96A3C2A2-1B98-4DF5-883C-0161D3D4DF80}" type="parTrans" cxnId="{42DFA6F9-2AA9-46CE-AAC1-73CB0A1BBDB2}">
      <dgm:prSet/>
      <dgm:spPr/>
      <dgm:t>
        <a:bodyPr/>
        <a:lstStyle/>
        <a:p>
          <a:endParaRPr lang="en-US"/>
        </a:p>
      </dgm:t>
    </dgm:pt>
    <dgm:pt modelId="{4B15FDB2-063F-4D20-AF82-BCBBE5247674}" type="sibTrans" cxnId="{42DFA6F9-2AA9-46CE-AAC1-73CB0A1BBDB2}">
      <dgm:prSet/>
      <dgm:spPr/>
      <dgm:t>
        <a:bodyPr/>
        <a:lstStyle/>
        <a:p>
          <a:endParaRPr lang="en-US"/>
        </a:p>
      </dgm:t>
    </dgm:pt>
    <dgm:pt modelId="{02AAE3FF-21F2-433F-995D-8A5963059ED5}">
      <dgm:prSet custT="1"/>
      <dgm:spPr/>
      <dgm:t>
        <a:bodyPr/>
        <a:lstStyle/>
        <a:p>
          <a:pPr>
            <a:defRPr cap="all"/>
          </a:pPr>
          <a:r>
            <a:rPr lang="es-MX" sz="1200" b="1" dirty="0">
              <a:solidFill>
                <a:schemeClr val="tx1"/>
              </a:solidFill>
            </a:rPr>
            <a:t>El proyecto no contempla redes WAN ni </a:t>
          </a:r>
          <a:r>
            <a:rPr lang="es-MX" sz="1200" b="1" dirty="0" err="1">
              <a:solidFill>
                <a:schemeClr val="tx1"/>
              </a:solidFill>
            </a:rPr>
            <a:t>IoT</a:t>
          </a:r>
          <a:r>
            <a:rPr lang="es-MX" sz="1200" b="1" dirty="0">
              <a:solidFill>
                <a:schemeClr val="tx1"/>
              </a:solidFill>
            </a:rPr>
            <a:t> masivo, manteniendo un enfoque local, modular y escalable.</a:t>
          </a:r>
          <a:endParaRPr lang="en-US" sz="1200" b="1" dirty="0">
            <a:solidFill>
              <a:schemeClr val="tx1"/>
            </a:solidFill>
          </a:endParaRPr>
        </a:p>
      </dgm:t>
    </dgm:pt>
    <dgm:pt modelId="{309EAF34-2F8E-4DFE-869E-1231B358C14B}" type="parTrans" cxnId="{7116A26F-7E15-4396-9A05-4E7E5DC58DF5}">
      <dgm:prSet/>
      <dgm:spPr/>
      <dgm:t>
        <a:bodyPr/>
        <a:lstStyle/>
        <a:p>
          <a:endParaRPr lang="en-US"/>
        </a:p>
      </dgm:t>
    </dgm:pt>
    <dgm:pt modelId="{BE97A2A5-D7BB-49C5-96CB-7A7BC8E72930}" type="sibTrans" cxnId="{7116A26F-7E15-4396-9A05-4E7E5DC58DF5}">
      <dgm:prSet/>
      <dgm:spPr/>
      <dgm:t>
        <a:bodyPr/>
        <a:lstStyle/>
        <a:p>
          <a:endParaRPr lang="en-US"/>
        </a:p>
      </dgm:t>
    </dgm:pt>
    <dgm:pt modelId="{3B6E6D17-38B9-401B-8E7F-FA60D0FB3254}" type="pres">
      <dgm:prSet presAssocID="{22A9491B-6E73-4D82-8E80-6A0ED9832C3F}" presName="root" presStyleCnt="0">
        <dgm:presLayoutVars>
          <dgm:dir/>
          <dgm:resizeHandles val="exact"/>
        </dgm:presLayoutVars>
      </dgm:prSet>
      <dgm:spPr/>
    </dgm:pt>
    <dgm:pt modelId="{4B212EC4-7CCF-4607-8D04-176B1AE16345}" type="pres">
      <dgm:prSet presAssocID="{2A74D136-4AF8-4694-95A9-E19FC87A38AC}" presName="compNode" presStyleCnt="0"/>
      <dgm:spPr/>
    </dgm:pt>
    <dgm:pt modelId="{15304816-11B1-4343-87B0-B4390BEC6627}" type="pres">
      <dgm:prSet presAssocID="{2A74D136-4AF8-4694-95A9-E19FC87A38AC}" presName="iconBgRect" presStyleLbl="bgShp" presStyleIdx="0" presStyleCnt="3"/>
      <dgm:spPr/>
    </dgm:pt>
    <dgm:pt modelId="{A3E8702D-3F7E-47A7-8EBD-F359BBF43ED9}" type="pres">
      <dgm:prSet presAssocID="{2A74D136-4AF8-4694-95A9-E19FC87A38A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CAE0A86E-0190-4F87-B0D1-B37116295A91}" type="pres">
      <dgm:prSet presAssocID="{2A74D136-4AF8-4694-95A9-E19FC87A38AC}" presName="spaceRect" presStyleCnt="0"/>
      <dgm:spPr/>
    </dgm:pt>
    <dgm:pt modelId="{D29D801A-9F06-4FC0-887F-8B1FDF9BC5FD}" type="pres">
      <dgm:prSet presAssocID="{2A74D136-4AF8-4694-95A9-E19FC87A38AC}" presName="textRect" presStyleLbl="revTx" presStyleIdx="0" presStyleCnt="3">
        <dgm:presLayoutVars>
          <dgm:chMax val="1"/>
          <dgm:chPref val="1"/>
        </dgm:presLayoutVars>
      </dgm:prSet>
      <dgm:spPr/>
    </dgm:pt>
    <dgm:pt modelId="{E8022C73-79EE-4396-A71A-DA8490F792BD}" type="pres">
      <dgm:prSet presAssocID="{65456B67-B889-48F2-8351-880CDCC37884}" presName="sibTrans" presStyleCnt="0"/>
      <dgm:spPr/>
    </dgm:pt>
    <dgm:pt modelId="{06794665-AE34-472A-8516-E1F4FA1EE708}" type="pres">
      <dgm:prSet presAssocID="{7E8A4E78-AB78-4451-ACAD-743832A5C9F1}" presName="compNode" presStyleCnt="0"/>
      <dgm:spPr/>
    </dgm:pt>
    <dgm:pt modelId="{BF538EA1-64EE-4F1F-A5D1-F1D69E22D9CB}" type="pres">
      <dgm:prSet presAssocID="{7E8A4E78-AB78-4451-ACAD-743832A5C9F1}" presName="iconBgRect" presStyleLbl="bgShp" presStyleIdx="1" presStyleCnt="3"/>
      <dgm:spPr/>
    </dgm:pt>
    <dgm:pt modelId="{757283E6-F9B3-4CDA-8B5F-6939022C9A6B}" type="pres">
      <dgm:prSet presAssocID="{7E8A4E78-AB78-4451-ACAD-743832A5C9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7E43D18-554C-4499-A53F-FD4E64C51391}" type="pres">
      <dgm:prSet presAssocID="{7E8A4E78-AB78-4451-ACAD-743832A5C9F1}" presName="spaceRect" presStyleCnt="0"/>
      <dgm:spPr/>
    </dgm:pt>
    <dgm:pt modelId="{BC470574-2C85-402E-82CE-C55144673ECF}" type="pres">
      <dgm:prSet presAssocID="{7E8A4E78-AB78-4451-ACAD-743832A5C9F1}" presName="textRect" presStyleLbl="revTx" presStyleIdx="1" presStyleCnt="3" custLinFactNeighborX="-371" custLinFactNeighborY="-1625">
        <dgm:presLayoutVars>
          <dgm:chMax val="1"/>
          <dgm:chPref val="1"/>
        </dgm:presLayoutVars>
      </dgm:prSet>
      <dgm:spPr/>
    </dgm:pt>
    <dgm:pt modelId="{98D5D0D9-2E8E-4497-B9B5-4B125015B75B}" type="pres">
      <dgm:prSet presAssocID="{4B15FDB2-063F-4D20-AF82-BCBBE5247674}" presName="sibTrans" presStyleCnt="0"/>
      <dgm:spPr/>
    </dgm:pt>
    <dgm:pt modelId="{588F4AE4-143E-431B-829B-98B8CF87EB7F}" type="pres">
      <dgm:prSet presAssocID="{02AAE3FF-21F2-433F-995D-8A5963059ED5}" presName="compNode" presStyleCnt="0"/>
      <dgm:spPr/>
    </dgm:pt>
    <dgm:pt modelId="{DC4ECD5A-92DA-4F13-A455-EFE64AAFEF56}" type="pres">
      <dgm:prSet presAssocID="{02AAE3FF-21F2-433F-995D-8A5963059ED5}" presName="iconBgRect" presStyleLbl="bgShp" presStyleIdx="2" presStyleCnt="3"/>
      <dgm:spPr/>
    </dgm:pt>
    <dgm:pt modelId="{95FC968E-BF7C-4889-8A18-758AC369D91C}" type="pres">
      <dgm:prSet presAssocID="{02AAE3FF-21F2-433F-995D-8A5963059ED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208C9257-0005-4BC9-A9C8-7E6C85817CE0}" type="pres">
      <dgm:prSet presAssocID="{02AAE3FF-21F2-433F-995D-8A5963059ED5}" presName="spaceRect" presStyleCnt="0"/>
      <dgm:spPr/>
    </dgm:pt>
    <dgm:pt modelId="{F94985C1-5C07-41BD-A87C-8557604CA404}" type="pres">
      <dgm:prSet presAssocID="{02AAE3FF-21F2-433F-995D-8A5963059ED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A336722-6603-4C88-9DC9-3F7AC44711EB}" type="presOf" srcId="{2A74D136-4AF8-4694-95A9-E19FC87A38AC}" destId="{D29D801A-9F06-4FC0-887F-8B1FDF9BC5FD}" srcOrd="0" destOrd="0" presId="urn:microsoft.com/office/officeart/2018/5/layout/IconCircleLabelList"/>
    <dgm:cxn modelId="{E9DF0225-3AF7-4B11-8C25-A913B66F6054}" type="presOf" srcId="{02AAE3FF-21F2-433F-995D-8A5963059ED5}" destId="{F94985C1-5C07-41BD-A87C-8557604CA404}" srcOrd="0" destOrd="0" presId="urn:microsoft.com/office/officeart/2018/5/layout/IconCircleLabelList"/>
    <dgm:cxn modelId="{B41C0428-5D89-490C-BE6D-F4B4802733C0}" type="presOf" srcId="{7E8A4E78-AB78-4451-ACAD-743832A5C9F1}" destId="{BC470574-2C85-402E-82CE-C55144673ECF}" srcOrd="0" destOrd="0" presId="urn:microsoft.com/office/officeart/2018/5/layout/IconCircleLabelList"/>
    <dgm:cxn modelId="{F2CB6832-525D-4CAE-ABAF-42F1944E2723}" type="presOf" srcId="{22A9491B-6E73-4D82-8E80-6A0ED9832C3F}" destId="{3B6E6D17-38B9-401B-8E7F-FA60D0FB3254}" srcOrd="0" destOrd="0" presId="urn:microsoft.com/office/officeart/2018/5/layout/IconCircleLabelList"/>
    <dgm:cxn modelId="{7116A26F-7E15-4396-9A05-4E7E5DC58DF5}" srcId="{22A9491B-6E73-4D82-8E80-6A0ED9832C3F}" destId="{02AAE3FF-21F2-433F-995D-8A5963059ED5}" srcOrd="2" destOrd="0" parTransId="{309EAF34-2F8E-4DFE-869E-1231B358C14B}" sibTransId="{BE97A2A5-D7BB-49C5-96CB-7A7BC8E72930}"/>
    <dgm:cxn modelId="{43BBACE3-742C-4876-BEF1-A99C6E2F608D}" srcId="{22A9491B-6E73-4D82-8E80-6A0ED9832C3F}" destId="{2A74D136-4AF8-4694-95A9-E19FC87A38AC}" srcOrd="0" destOrd="0" parTransId="{B917DEF2-26C9-451F-91E5-2194E7E06FE8}" sibTransId="{65456B67-B889-48F2-8351-880CDCC37884}"/>
    <dgm:cxn modelId="{42DFA6F9-2AA9-46CE-AAC1-73CB0A1BBDB2}" srcId="{22A9491B-6E73-4D82-8E80-6A0ED9832C3F}" destId="{7E8A4E78-AB78-4451-ACAD-743832A5C9F1}" srcOrd="1" destOrd="0" parTransId="{96A3C2A2-1B98-4DF5-883C-0161D3D4DF80}" sibTransId="{4B15FDB2-063F-4D20-AF82-BCBBE5247674}"/>
    <dgm:cxn modelId="{8F6ED10B-E02D-4FE1-B256-79C93FE3B38B}" type="presParOf" srcId="{3B6E6D17-38B9-401B-8E7F-FA60D0FB3254}" destId="{4B212EC4-7CCF-4607-8D04-176B1AE16345}" srcOrd="0" destOrd="0" presId="urn:microsoft.com/office/officeart/2018/5/layout/IconCircleLabelList"/>
    <dgm:cxn modelId="{3B830418-17A0-47B2-A5CB-045F2B223F18}" type="presParOf" srcId="{4B212EC4-7CCF-4607-8D04-176B1AE16345}" destId="{15304816-11B1-4343-87B0-B4390BEC6627}" srcOrd="0" destOrd="0" presId="urn:microsoft.com/office/officeart/2018/5/layout/IconCircleLabelList"/>
    <dgm:cxn modelId="{E3D627AD-93D8-4F7B-B9B9-74DC5BA90BAE}" type="presParOf" srcId="{4B212EC4-7CCF-4607-8D04-176B1AE16345}" destId="{A3E8702D-3F7E-47A7-8EBD-F359BBF43ED9}" srcOrd="1" destOrd="0" presId="urn:microsoft.com/office/officeart/2018/5/layout/IconCircleLabelList"/>
    <dgm:cxn modelId="{A33D9E65-049F-421A-B71E-EC2C22DF949A}" type="presParOf" srcId="{4B212EC4-7CCF-4607-8D04-176B1AE16345}" destId="{CAE0A86E-0190-4F87-B0D1-B37116295A91}" srcOrd="2" destOrd="0" presId="urn:microsoft.com/office/officeart/2018/5/layout/IconCircleLabelList"/>
    <dgm:cxn modelId="{CC2062E3-1F08-4322-A9CC-3A5D36143028}" type="presParOf" srcId="{4B212EC4-7CCF-4607-8D04-176B1AE16345}" destId="{D29D801A-9F06-4FC0-887F-8B1FDF9BC5FD}" srcOrd="3" destOrd="0" presId="urn:microsoft.com/office/officeart/2018/5/layout/IconCircleLabelList"/>
    <dgm:cxn modelId="{C795D9E7-778B-4663-BEC1-162355779425}" type="presParOf" srcId="{3B6E6D17-38B9-401B-8E7F-FA60D0FB3254}" destId="{E8022C73-79EE-4396-A71A-DA8490F792BD}" srcOrd="1" destOrd="0" presId="urn:microsoft.com/office/officeart/2018/5/layout/IconCircleLabelList"/>
    <dgm:cxn modelId="{A41A8363-6E1A-4709-916F-FD7365AC2F3D}" type="presParOf" srcId="{3B6E6D17-38B9-401B-8E7F-FA60D0FB3254}" destId="{06794665-AE34-472A-8516-E1F4FA1EE708}" srcOrd="2" destOrd="0" presId="urn:microsoft.com/office/officeart/2018/5/layout/IconCircleLabelList"/>
    <dgm:cxn modelId="{22DFA2E9-3BE1-400A-97A6-971331D3C281}" type="presParOf" srcId="{06794665-AE34-472A-8516-E1F4FA1EE708}" destId="{BF538EA1-64EE-4F1F-A5D1-F1D69E22D9CB}" srcOrd="0" destOrd="0" presId="urn:microsoft.com/office/officeart/2018/5/layout/IconCircleLabelList"/>
    <dgm:cxn modelId="{AD2CFEBA-E228-4D1D-BECD-D221FF36E9C4}" type="presParOf" srcId="{06794665-AE34-472A-8516-E1F4FA1EE708}" destId="{757283E6-F9B3-4CDA-8B5F-6939022C9A6B}" srcOrd="1" destOrd="0" presId="urn:microsoft.com/office/officeart/2018/5/layout/IconCircleLabelList"/>
    <dgm:cxn modelId="{D8048753-D8C8-441A-A449-D8D7F6D98E23}" type="presParOf" srcId="{06794665-AE34-472A-8516-E1F4FA1EE708}" destId="{C7E43D18-554C-4499-A53F-FD4E64C51391}" srcOrd="2" destOrd="0" presId="urn:microsoft.com/office/officeart/2018/5/layout/IconCircleLabelList"/>
    <dgm:cxn modelId="{1F9D7F9D-0B0F-42DC-86AD-747388A3B6C2}" type="presParOf" srcId="{06794665-AE34-472A-8516-E1F4FA1EE708}" destId="{BC470574-2C85-402E-82CE-C55144673ECF}" srcOrd="3" destOrd="0" presId="urn:microsoft.com/office/officeart/2018/5/layout/IconCircleLabelList"/>
    <dgm:cxn modelId="{CA513BF2-1F29-415F-BD51-BD02E5C10160}" type="presParOf" srcId="{3B6E6D17-38B9-401B-8E7F-FA60D0FB3254}" destId="{98D5D0D9-2E8E-4497-B9B5-4B125015B75B}" srcOrd="3" destOrd="0" presId="urn:microsoft.com/office/officeart/2018/5/layout/IconCircleLabelList"/>
    <dgm:cxn modelId="{41195906-AC02-47C2-B5D3-BBF4C7C37164}" type="presParOf" srcId="{3B6E6D17-38B9-401B-8E7F-FA60D0FB3254}" destId="{588F4AE4-143E-431B-829B-98B8CF87EB7F}" srcOrd="4" destOrd="0" presId="urn:microsoft.com/office/officeart/2018/5/layout/IconCircleLabelList"/>
    <dgm:cxn modelId="{49F069D3-751F-4150-86D0-00391E3219D5}" type="presParOf" srcId="{588F4AE4-143E-431B-829B-98B8CF87EB7F}" destId="{DC4ECD5A-92DA-4F13-A455-EFE64AAFEF56}" srcOrd="0" destOrd="0" presId="urn:microsoft.com/office/officeart/2018/5/layout/IconCircleLabelList"/>
    <dgm:cxn modelId="{FA383404-B2F9-4187-BE52-8B6D58A2E61E}" type="presParOf" srcId="{588F4AE4-143E-431B-829B-98B8CF87EB7F}" destId="{95FC968E-BF7C-4889-8A18-758AC369D91C}" srcOrd="1" destOrd="0" presId="urn:microsoft.com/office/officeart/2018/5/layout/IconCircleLabelList"/>
    <dgm:cxn modelId="{09B33FF6-F4AD-437A-B888-8054A37A7D76}" type="presParOf" srcId="{588F4AE4-143E-431B-829B-98B8CF87EB7F}" destId="{208C9257-0005-4BC9-A9C8-7E6C85817CE0}" srcOrd="2" destOrd="0" presId="urn:microsoft.com/office/officeart/2018/5/layout/IconCircleLabelList"/>
    <dgm:cxn modelId="{8BDA1693-A8DE-47DE-9C5A-5CAA5F9E25B9}" type="presParOf" srcId="{588F4AE4-143E-431B-829B-98B8CF87EB7F}" destId="{F94985C1-5C07-41BD-A87C-8557604CA40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5A5FE98-0740-4FF1-8634-D6DA0F16D47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5FD7A19-4B61-4EB2-8878-ECF4822609E7}">
      <dgm:prSet/>
      <dgm:spPr/>
      <dgm:t>
        <a:bodyPr/>
        <a:lstStyle/>
        <a:p>
          <a:r>
            <a:rPr lang="es-ES"/>
            <a:t>El modelo de datos fue diseñado para garantizar </a:t>
          </a:r>
          <a:r>
            <a:rPr lang="es-ES" b="1"/>
            <a:t>trazabilidad completa</a:t>
          </a:r>
          <a:r>
            <a:rPr lang="es-ES"/>
            <a:t> entre usuarios, dispositivos y registros DNS.</a:t>
          </a:r>
          <a:endParaRPr lang="en-US"/>
        </a:p>
      </dgm:t>
    </dgm:pt>
    <dgm:pt modelId="{9DCC9F5F-A73B-455C-AABB-13A256D92A86}" type="parTrans" cxnId="{4EE39C0C-EE37-4AE3-881B-0827B116EA03}">
      <dgm:prSet/>
      <dgm:spPr/>
      <dgm:t>
        <a:bodyPr/>
        <a:lstStyle/>
        <a:p>
          <a:endParaRPr lang="en-US"/>
        </a:p>
      </dgm:t>
    </dgm:pt>
    <dgm:pt modelId="{05252BB3-C206-4CB7-85E4-80FC40481D96}" type="sibTrans" cxnId="{4EE39C0C-EE37-4AE3-881B-0827B116EA03}">
      <dgm:prSet/>
      <dgm:spPr/>
      <dgm:t>
        <a:bodyPr/>
        <a:lstStyle/>
        <a:p>
          <a:endParaRPr lang="en-US"/>
        </a:p>
      </dgm:t>
    </dgm:pt>
    <dgm:pt modelId="{9C2AAFA4-DC33-47BD-8E65-0B80A387072F}">
      <dgm:prSet/>
      <dgm:spPr/>
      <dgm:t>
        <a:bodyPr/>
        <a:lstStyle/>
        <a:p>
          <a:r>
            <a:rPr lang="es-ES"/>
            <a:t>Relaciona entidades clave como </a:t>
          </a:r>
          <a:r>
            <a:rPr lang="es-ES" b="1"/>
            <a:t>usuario, rol, dispositivo, dns_logs y red</a:t>
          </a:r>
          <a:r>
            <a:rPr lang="es-ES"/>
            <a:t>, permitiendo controlar accesos y actividad de red.</a:t>
          </a:r>
          <a:endParaRPr lang="en-US"/>
        </a:p>
      </dgm:t>
    </dgm:pt>
    <dgm:pt modelId="{C8DA8186-68B1-421D-AA8B-DE65E126B0DA}" type="parTrans" cxnId="{4FCFE5A9-09A5-41E7-B683-B1D6C2D29B42}">
      <dgm:prSet/>
      <dgm:spPr/>
      <dgm:t>
        <a:bodyPr/>
        <a:lstStyle/>
        <a:p>
          <a:endParaRPr lang="en-US"/>
        </a:p>
      </dgm:t>
    </dgm:pt>
    <dgm:pt modelId="{9FB75FFA-05EA-4B38-9698-D54661239793}" type="sibTrans" cxnId="{4FCFE5A9-09A5-41E7-B683-B1D6C2D29B42}">
      <dgm:prSet/>
      <dgm:spPr/>
      <dgm:t>
        <a:bodyPr/>
        <a:lstStyle/>
        <a:p>
          <a:endParaRPr lang="en-US"/>
        </a:p>
      </dgm:t>
    </dgm:pt>
    <dgm:pt modelId="{D123D6E9-3EF6-4C22-B7E7-79D4404C7E28}">
      <dgm:prSet/>
      <dgm:spPr/>
      <dgm:t>
        <a:bodyPr/>
        <a:lstStyle/>
        <a:p>
          <a:r>
            <a:rPr lang="es-ES"/>
            <a:t>Los dispositivos se asocian a usuarios y a sus consultas DNS, lo que permite identificar </a:t>
          </a:r>
          <a:r>
            <a:rPr lang="es-ES" b="1"/>
            <a:t>qué equipo generó cada actividad</a:t>
          </a:r>
          <a:r>
            <a:rPr lang="es-ES"/>
            <a:t> dentro de la red.</a:t>
          </a:r>
          <a:endParaRPr lang="en-US"/>
        </a:p>
      </dgm:t>
    </dgm:pt>
    <dgm:pt modelId="{0EE238A1-B09B-4907-BDF5-6932FAEE387B}" type="parTrans" cxnId="{8B995ECE-786F-4CC9-A066-A999A2C1DD8F}">
      <dgm:prSet/>
      <dgm:spPr/>
      <dgm:t>
        <a:bodyPr/>
        <a:lstStyle/>
        <a:p>
          <a:endParaRPr lang="en-US"/>
        </a:p>
      </dgm:t>
    </dgm:pt>
    <dgm:pt modelId="{11C472F1-0AF6-4BAE-AFB3-27EBF394DA35}" type="sibTrans" cxnId="{8B995ECE-786F-4CC9-A066-A999A2C1DD8F}">
      <dgm:prSet/>
      <dgm:spPr/>
      <dgm:t>
        <a:bodyPr/>
        <a:lstStyle/>
        <a:p>
          <a:endParaRPr lang="en-US"/>
        </a:p>
      </dgm:t>
    </dgm:pt>
    <dgm:pt modelId="{61E5F9B7-4BE1-4E6D-9148-1F6823C051E5}" type="pres">
      <dgm:prSet presAssocID="{F5A5FE98-0740-4FF1-8634-D6DA0F16D4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7E54FA-5E9B-4750-BB11-4C446D71F56F}" type="pres">
      <dgm:prSet presAssocID="{A5FD7A19-4B61-4EB2-8878-ECF4822609E7}" presName="hierRoot1" presStyleCnt="0"/>
      <dgm:spPr/>
    </dgm:pt>
    <dgm:pt modelId="{4CB4224C-173E-402B-A324-8CECA193D43A}" type="pres">
      <dgm:prSet presAssocID="{A5FD7A19-4B61-4EB2-8878-ECF4822609E7}" presName="composite" presStyleCnt="0"/>
      <dgm:spPr/>
    </dgm:pt>
    <dgm:pt modelId="{7B860640-914F-47DA-8B27-2BD175AA27B4}" type="pres">
      <dgm:prSet presAssocID="{A5FD7A19-4B61-4EB2-8878-ECF4822609E7}" presName="background" presStyleLbl="node0" presStyleIdx="0" presStyleCnt="3"/>
      <dgm:spPr/>
    </dgm:pt>
    <dgm:pt modelId="{6DF8240A-8EFD-4349-8255-7A8B7E92D140}" type="pres">
      <dgm:prSet presAssocID="{A5FD7A19-4B61-4EB2-8878-ECF4822609E7}" presName="text" presStyleLbl="fgAcc0" presStyleIdx="0" presStyleCnt="3">
        <dgm:presLayoutVars>
          <dgm:chPref val="3"/>
        </dgm:presLayoutVars>
      </dgm:prSet>
      <dgm:spPr/>
    </dgm:pt>
    <dgm:pt modelId="{7407572D-EE39-461D-96AC-B1C3B29F709A}" type="pres">
      <dgm:prSet presAssocID="{A5FD7A19-4B61-4EB2-8878-ECF4822609E7}" presName="hierChild2" presStyleCnt="0"/>
      <dgm:spPr/>
    </dgm:pt>
    <dgm:pt modelId="{35E3655A-2969-41F0-9C65-041D8A0C0895}" type="pres">
      <dgm:prSet presAssocID="{9C2AAFA4-DC33-47BD-8E65-0B80A387072F}" presName="hierRoot1" presStyleCnt="0"/>
      <dgm:spPr/>
    </dgm:pt>
    <dgm:pt modelId="{9FCCEA0A-7B4E-4F01-A5B9-561052007149}" type="pres">
      <dgm:prSet presAssocID="{9C2AAFA4-DC33-47BD-8E65-0B80A387072F}" presName="composite" presStyleCnt="0"/>
      <dgm:spPr/>
    </dgm:pt>
    <dgm:pt modelId="{AB039E6F-B6BC-422A-AB1E-2667A2054E06}" type="pres">
      <dgm:prSet presAssocID="{9C2AAFA4-DC33-47BD-8E65-0B80A387072F}" presName="background" presStyleLbl="node0" presStyleIdx="1" presStyleCnt="3"/>
      <dgm:spPr/>
    </dgm:pt>
    <dgm:pt modelId="{44FEAE8C-0E3C-43C6-A38E-43FCE4388C0A}" type="pres">
      <dgm:prSet presAssocID="{9C2AAFA4-DC33-47BD-8E65-0B80A387072F}" presName="text" presStyleLbl="fgAcc0" presStyleIdx="1" presStyleCnt="3">
        <dgm:presLayoutVars>
          <dgm:chPref val="3"/>
        </dgm:presLayoutVars>
      </dgm:prSet>
      <dgm:spPr/>
    </dgm:pt>
    <dgm:pt modelId="{96361B6A-D246-4C8D-8790-242F7EBE870B}" type="pres">
      <dgm:prSet presAssocID="{9C2AAFA4-DC33-47BD-8E65-0B80A387072F}" presName="hierChild2" presStyleCnt="0"/>
      <dgm:spPr/>
    </dgm:pt>
    <dgm:pt modelId="{4EEA77A2-4FB5-4987-AEFA-8EE64EC80742}" type="pres">
      <dgm:prSet presAssocID="{D123D6E9-3EF6-4C22-B7E7-79D4404C7E28}" presName="hierRoot1" presStyleCnt="0"/>
      <dgm:spPr/>
    </dgm:pt>
    <dgm:pt modelId="{C2B36112-8A6B-4437-93D4-CD876A33BACB}" type="pres">
      <dgm:prSet presAssocID="{D123D6E9-3EF6-4C22-B7E7-79D4404C7E28}" presName="composite" presStyleCnt="0"/>
      <dgm:spPr/>
    </dgm:pt>
    <dgm:pt modelId="{E07C1825-CFD3-4844-BCB4-2233D1D83516}" type="pres">
      <dgm:prSet presAssocID="{D123D6E9-3EF6-4C22-B7E7-79D4404C7E28}" presName="background" presStyleLbl="node0" presStyleIdx="2" presStyleCnt="3"/>
      <dgm:spPr/>
    </dgm:pt>
    <dgm:pt modelId="{62E6110F-E3FE-4EA6-B1C0-1C0D9AF85B37}" type="pres">
      <dgm:prSet presAssocID="{D123D6E9-3EF6-4C22-B7E7-79D4404C7E28}" presName="text" presStyleLbl="fgAcc0" presStyleIdx="2" presStyleCnt="3">
        <dgm:presLayoutVars>
          <dgm:chPref val="3"/>
        </dgm:presLayoutVars>
      </dgm:prSet>
      <dgm:spPr/>
    </dgm:pt>
    <dgm:pt modelId="{54483AF6-BFF0-43B6-AB76-A9DCB1565107}" type="pres">
      <dgm:prSet presAssocID="{D123D6E9-3EF6-4C22-B7E7-79D4404C7E28}" presName="hierChild2" presStyleCnt="0"/>
      <dgm:spPr/>
    </dgm:pt>
  </dgm:ptLst>
  <dgm:cxnLst>
    <dgm:cxn modelId="{4EE39C0C-EE37-4AE3-881B-0827B116EA03}" srcId="{F5A5FE98-0740-4FF1-8634-D6DA0F16D470}" destId="{A5FD7A19-4B61-4EB2-8878-ECF4822609E7}" srcOrd="0" destOrd="0" parTransId="{9DCC9F5F-A73B-455C-AABB-13A256D92A86}" sibTransId="{05252BB3-C206-4CB7-85E4-80FC40481D96}"/>
    <dgm:cxn modelId="{F59EB822-1594-4C22-82F0-6B45063BD2A2}" type="presOf" srcId="{9C2AAFA4-DC33-47BD-8E65-0B80A387072F}" destId="{44FEAE8C-0E3C-43C6-A38E-43FCE4388C0A}" srcOrd="0" destOrd="0" presId="urn:microsoft.com/office/officeart/2005/8/layout/hierarchy1"/>
    <dgm:cxn modelId="{072FAF79-A263-4B7C-9618-AE9C5FB26E01}" type="presOf" srcId="{A5FD7A19-4B61-4EB2-8878-ECF4822609E7}" destId="{6DF8240A-8EFD-4349-8255-7A8B7E92D140}" srcOrd="0" destOrd="0" presId="urn:microsoft.com/office/officeart/2005/8/layout/hierarchy1"/>
    <dgm:cxn modelId="{31CC34A1-FD4F-48F6-B3DB-BA54EEBDC258}" type="presOf" srcId="{F5A5FE98-0740-4FF1-8634-D6DA0F16D470}" destId="{61E5F9B7-4BE1-4E6D-9148-1F6823C051E5}" srcOrd="0" destOrd="0" presId="urn:microsoft.com/office/officeart/2005/8/layout/hierarchy1"/>
    <dgm:cxn modelId="{4FCFE5A9-09A5-41E7-B683-B1D6C2D29B42}" srcId="{F5A5FE98-0740-4FF1-8634-D6DA0F16D470}" destId="{9C2AAFA4-DC33-47BD-8E65-0B80A387072F}" srcOrd="1" destOrd="0" parTransId="{C8DA8186-68B1-421D-AA8B-DE65E126B0DA}" sibTransId="{9FB75FFA-05EA-4B38-9698-D54661239793}"/>
    <dgm:cxn modelId="{8B995ECE-786F-4CC9-A066-A999A2C1DD8F}" srcId="{F5A5FE98-0740-4FF1-8634-D6DA0F16D470}" destId="{D123D6E9-3EF6-4C22-B7E7-79D4404C7E28}" srcOrd="2" destOrd="0" parTransId="{0EE238A1-B09B-4907-BDF5-6932FAEE387B}" sibTransId="{11C472F1-0AF6-4BAE-AFB3-27EBF394DA35}"/>
    <dgm:cxn modelId="{D0351FEB-F804-4605-B524-220E66BBCDF9}" type="presOf" srcId="{D123D6E9-3EF6-4C22-B7E7-79D4404C7E28}" destId="{62E6110F-E3FE-4EA6-B1C0-1C0D9AF85B37}" srcOrd="0" destOrd="0" presId="urn:microsoft.com/office/officeart/2005/8/layout/hierarchy1"/>
    <dgm:cxn modelId="{0B41C74F-AD36-4FAB-B37D-8351A66B540F}" type="presParOf" srcId="{61E5F9B7-4BE1-4E6D-9148-1F6823C051E5}" destId="{7E7E54FA-5E9B-4750-BB11-4C446D71F56F}" srcOrd="0" destOrd="0" presId="urn:microsoft.com/office/officeart/2005/8/layout/hierarchy1"/>
    <dgm:cxn modelId="{57A889D9-904E-4C31-86CA-186A183C4214}" type="presParOf" srcId="{7E7E54FA-5E9B-4750-BB11-4C446D71F56F}" destId="{4CB4224C-173E-402B-A324-8CECA193D43A}" srcOrd="0" destOrd="0" presId="urn:microsoft.com/office/officeart/2005/8/layout/hierarchy1"/>
    <dgm:cxn modelId="{8CC098A4-E509-4F55-AF83-CA5FB433CDCF}" type="presParOf" srcId="{4CB4224C-173E-402B-A324-8CECA193D43A}" destId="{7B860640-914F-47DA-8B27-2BD175AA27B4}" srcOrd="0" destOrd="0" presId="urn:microsoft.com/office/officeart/2005/8/layout/hierarchy1"/>
    <dgm:cxn modelId="{225FD8E7-2125-46B2-B48F-CFF8FEBC62C7}" type="presParOf" srcId="{4CB4224C-173E-402B-A324-8CECA193D43A}" destId="{6DF8240A-8EFD-4349-8255-7A8B7E92D140}" srcOrd="1" destOrd="0" presId="urn:microsoft.com/office/officeart/2005/8/layout/hierarchy1"/>
    <dgm:cxn modelId="{4264E65D-B16A-43FD-AF53-EF1B43A85242}" type="presParOf" srcId="{7E7E54FA-5E9B-4750-BB11-4C446D71F56F}" destId="{7407572D-EE39-461D-96AC-B1C3B29F709A}" srcOrd="1" destOrd="0" presId="urn:microsoft.com/office/officeart/2005/8/layout/hierarchy1"/>
    <dgm:cxn modelId="{E67B7895-15E5-48BA-923F-19FB3CC9981E}" type="presParOf" srcId="{61E5F9B7-4BE1-4E6D-9148-1F6823C051E5}" destId="{35E3655A-2969-41F0-9C65-041D8A0C0895}" srcOrd="1" destOrd="0" presId="urn:microsoft.com/office/officeart/2005/8/layout/hierarchy1"/>
    <dgm:cxn modelId="{22830286-2895-4477-9DA2-4F6090A323C5}" type="presParOf" srcId="{35E3655A-2969-41F0-9C65-041D8A0C0895}" destId="{9FCCEA0A-7B4E-4F01-A5B9-561052007149}" srcOrd="0" destOrd="0" presId="urn:microsoft.com/office/officeart/2005/8/layout/hierarchy1"/>
    <dgm:cxn modelId="{5D305644-B6B9-4786-A174-0D84478D2C58}" type="presParOf" srcId="{9FCCEA0A-7B4E-4F01-A5B9-561052007149}" destId="{AB039E6F-B6BC-422A-AB1E-2667A2054E06}" srcOrd="0" destOrd="0" presId="urn:microsoft.com/office/officeart/2005/8/layout/hierarchy1"/>
    <dgm:cxn modelId="{31621B1D-480E-40C4-9979-6A04D60A048C}" type="presParOf" srcId="{9FCCEA0A-7B4E-4F01-A5B9-561052007149}" destId="{44FEAE8C-0E3C-43C6-A38E-43FCE4388C0A}" srcOrd="1" destOrd="0" presId="urn:microsoft.com/office/officeart/2005/8/layout/hierarchy1"/>
    <dgm:cxn modelId="{196BC1A2-C041-4D82-9670-C225141A1AA5}" type="presParOf" srcId="{35E3655A-2969-41F0-9C65-041D8A0C0895}" destId="{96361B6A-D246-4C8D-8790-242F7EBE870B}" srcOrd="1" destOrd="0" presId="urn:microsoft.com/office/officeart/2005/8/layout/hierarchy1"/>
    <dgm:cxn modelId="{ECB57D4B-FAA6-4CA7-ACC8-8586CA1C0EB6}" type="presParOf" srcId="{61E5F9B7-4BE1-4E6D-9148-1F6823C051E5}" destId="{4EEA77A2-4FB5-4987-AEFA-8EE64EC80742}" srcOrd="2" destOrd="0" presId="urn:microsoft.com/office/officeart/2005/8/layout/hierarchy1"/>
    <dgm:cxn modelId="{A6C73129-85AE-4BC7-BFFE-B1B30E7438C6}" type="presParOf" srcId="{4EEA77A2-4FB5-4987-AEFA-8EE64EC80742}" destId="{C2B36112-8A6B-4437-93D4-CD876A33BACB}" srcOrd="0" destOrd="0" presId="urn:microsoft.com/office/officeart/2005/8/layout/hierarchy1"/>
    <dgm:cxn modelId="{DA317482-9E89-40DF-BD93-AEC73EFA2AE5}" type="presParOf" srcId="{C2B36112-8A6B-4437-93D4-CD876A33BACB}" destId="{E07C1825-CFD3-4844-BCB4-2233D1D83516}" srcOrd="0" destOrd="0" presId="urn:microsoft.com/office/officeart/2005/8/layout/hierarchy1"/>
    <dgm:cxn modelId="{362FC680-D3A1-41FD-A093-A01C76148D9C}" type="presParOf" srcId="{C2B36112-8A6B-4437-93D4-CD876A33BACB}" destId="{62E6110F-E3FE-4EA6-B1C0-1C0D9AF85B37}" srcOrd="1" destOrd="0" presId="urn:microsoft.com/office/officeart/2005/8/layout/hierarchy1"/>
    <dgm:cxn modelId="{408592F5-54B9-4637-9214-82655C962557}" type="presParOf" srcId="{4EEA77A2-4FB5-4987-AEFA-8EE64EC80742}" destId="{54483AF6-BFF0-43B6-AB76-A9DCB156510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0AA17DB-D811-4131-A0ED-402F7CCD274C}" type="doc">
      <dgm:prSet loTypeId="urn:microsoft.com/office/officeart/2005/8/layout/default" loCatId="list" qsTypeId="urn:microsoft.com/office/officeart/2005/8/quickstyle/simple3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576297F-D77D-4AB1-8C36-EF8A499C1C7A}">
      <dgm:prSet/>
      <dgm:spPr/>
      <dgm:t>
        <a:bodyPr/>
        <a:lstStyle/>
        <a:p>
          <a:r>
            <a:rPr lang="es-ES"/>
            <a:t>🔐 </a:t>
          </a:r>
          <a:r>
            <a:rPr lang="es-ES" b="1"/>
            <a:t>Login</a:t>
          </a:r>
          <a:endParaRPr lang="en-US"/>
        </a:p>
      </dgm:t>
    </dgm:pt>
    <dgm:pt modelId="{6E3D84A3-BF21-4A71-AC8C-22061DC96A17}" type="parTrans" cxnId="{EE40B6FA-6CA4-498C-A021-27468A8D2B23}">
      <dgm:prSet/>
      <dgm:spPr/>
      <dgm:t>
        <a:bodyPr/>
        <a:lstStyle/>
        <a:p>
          <a:endParaRPr lang="en-US"/>
        </a:p>
      </dgm:t>
    </dgm:pt>
    <dgm:pt modelId="{7DF613A0-2C14-4675-B7ED-E41343FE7618}" type="sibTrans" cxnId="{EE40B6FA-6CA4-498C-A021-27468A8D2B23}">
      <dgm:prSet/>
      <dgm:spPr/>
      <dgm:t>
        <a:bodyPr/>
        <a:lstStyle/>
        <a:p>
          <a:endParaRPr lang="en-US"/>
        </a:p>
      </dgm:t>
    </dgm:pt>
    <dgm:pt modelId="{CEC0D009-E5E4-471C-80A8-F41019F784B3}">
      <dgm:prSet/>
      <dgm:spPr/>
      <dgm:t>
        <a:bodyPr/>
        <a:lstStyle/>
        <a:p>
          <a:r>
            <a:rPr lang="es-ES"/>
            <a:t>Autenticación por roles: Administrador, Operador y Lector</a:t>
          </a:r>
          <a:endParaRPr lang="en-US"/>
        </a:p>
      </dgm:t>
    </dgm:pt>
    <dgm:pt modelId="{FB4C9B8E-EBF0-472C-8405-73573C022346}" type="parTrans" cxnId="{41106ABA-1D34-4C8D-A4D4-AFC36D71861D}">
      <dgm:prSet/>
      <dgm:spPr/>
      <dgm:t>
        <a:bodyPr/>
        <a:lstStyle/>
        <a:p>
          <a:endParaRPr lang="en-US"/>
        </a:p>
      </dgm:t>
    </dgm:pt>
    <dgm:pt modelId="{1718B4F1-F371-4BC8-9F72-EEDBD23EA0AE}" type="sibTrans" cxnId="{41106ABA-1D34-4C8D-A4D4-AFC36D71861D}">
      <dgm:prSet/>
      <dgm:spPr/>
      <dgm:t>
        <a:bodyPr/>
        <a:lstStyle/>
        <a:p>
          <a:endParaRPr lang="en-US"/>
        </a:p>
      </dgm:t>
    </dgm:pt>
    <dgm:pt modelId="{B8EFD02B-2690-4BC5-A13E-76F272040267}">
      <dgm:prSet/>
      <dgm:spPr/>
      <dgm:t>
        <a:bodyPr/>
        <a:lstStyle/>
        <a:p>
          <a:r>
            <a:rPr lang="es-ES"/>
            <a:t>Validación de credenciales antes de acceder al sistema</a:t>
          </a:r>
          <a:endParaRPr lang="en-US"/>
        </a:p>
      </dgm:t>
    </dgm:pt>
    <dgm:pt modelId="{EB3270F3-59B8-4A2C-B236-1F4DEDA7100B}" type="parTrans" cxnId="{90CD0A07-E7BD-42ED-8BC8-3812B83CD7EF}">
      <dgm:prSet/>
      <dgm:spPr/>
      <dgm:t>
        <a:bodyPr/>
        <a:lstStyle/>
        <a:p>
          <a:endParaRPr lang="en-US"/>
        </a:p>
      </dgm:t>
    </dgm:pt>
    <dgm:pt modelId="{5AF4DB13-C518-487B-ABA3-2DDC1502EC08}" type="sibTrans" cxnId="{90CD0A07-E7BD-42ED-8BC8-3812B83CD7EF}">
      <dgm:prSet/>
      <dgm:spPr/>
      <dgm:t>
        <a:bodyPr/>
        <a:lstStyle/>
        <a:p>
          <a:endParaRPr lang="en-US"/>
        </a:p>
      </dgm:t>
    </dgm:pt>
    <dgm:pt modelId="{18078EBC-3B3E-42FA-90A2-5D65C9429B74}">
      <dgm:prSet/>
      <dgm:spPr/>
      <dgm:t>
        <a:bodyPr/>
        <a:lstStyle/>
        <a:p>
          <a:r>
            <a:rPr lang="es-ES"/>
            <a:t>📊 </a:t>
          </a:r>
          <a:r>
            <a:rPr lang="es-ES" b="1"/>
            <a:t>Dashboard Principal</a:t>
          </a:r>
          <a:endParaRPr lang="en-US"/>
        </a:p>
      </dgm:t>
    </dgm:pt>
    <dgm:pt modelId="{184DA16F-42C0-4CF2-AD6F-82A9FEFCCB08}" type="parTrans" cxnId="{B7277BE1-4E3E-4FB4-BD3F-5D780ECF0C07}">
      <dgm:prSet/>
      <dgm:spPr/>
      <dgm:t>
        <a:bodyPr/>
        <a:lstStyle/>
        <a:p>
          <a:endParaRPr lang="en-US"/>
        </a:p>
      </dgm:t>
    </dgm:pt>
    <dgm:pt modelId="{0A354A0C-FA8E-4126-A2E9-F81B5F80AFE3}" type="sibTrans" cxnId="{B7277BE1-4E3E-4FB4-BD3F-5D780ECF0C07}">
      <dgm:prSet/>
      <dgm:spPr/>
      <dgm:t>
        <a:bodyPr/>
        <a:lstStyle/>
        <a:p>
          <a:endParaRPr lang="en-US"/>
        </a:p>
      </dgm:t>
    </dgm:pt>
    <dgm:pt modelId="{31F8F675-8636-4624-B65E-DAD4D2FBBD76}">
      <dgm:prSet/>
      <dgm:spPr/>
      <dgm:t>
        <a:bodyPr/>
        <a:lstStyle/>
        <a:p>
          <a:r>
            <a:rPr lang="es-ES"/>
            <a:t>Vista central con integración de datos de Nmap y Pi-hole</a:t>
          </a:r>
          <a:endParaRPr lang="en-US"/>
        </a:p>
      </dgm:t>
    </dgm:pt>
    <dgm:pt modelId="{E63BC89E-15D0-4734-B053-C78F369662AC}" type="parTrans" cxnId="{9BAE1443-8C2A-4814-9F95-AA5644834030}">
      <dgm:prSet/>
      <dgm:spPr/>
      <dgm:t>
        <a:bodyPr/>
        <a:lstStyle/>
        <a:p>
          <a:endParaRPr lang="en-US"/>
        </a:p>
      </dgm:t>
    </dgm:pt>
    <dgm:pt modelId="{BE2CD38B-AFC7-4A78-836C-D37E3D507B86}" type="sibTrans" cxnId="{9BAE1443-8C2A-4814-9F95-AA5644834030}">
      <dgm:prSet/>
      <dgm:spPr/>
      <dgm:t>
        <a:bodyPr/>
        <a:lstStyle/>
        <a:p>
          <a:endParaRPr lang="en-US"/>
        </a:p>
      </dgm:t>
    </dgm:pt>
    <dgm:pt modelId="{C99D8D38-B0BE-4814-BBCA-26B7D1AC6723}">
      <dgm:prSet/>
      <dgm:spPr/>
      <dgm:t>
        <a:bodyPr/>
        <a:lstStyle/>
        <a:p>
          <a:r>
            <a:rPr lang="es-ES"/>
            <a:t>Dispositivos activos, filtros y métricas DNS en tiempo real</a:t>
          </a:r>
          <a:endParaRPr lang="en-US"/>
        </a:p>
      </dgm:t>
    </dgm:pt>
    <dgm:pt modelId="{279A20C1-004A-45B2-8F41-9784B6DE0482}" type="parTrans" cxnId="{834F2C6A-9D95-4665-985F-6E87036CC122}">
      <dgm:prSet/>
      <dgm:spPr/>
      <dgm:t>
        <a:bodyPr/>
        <a:lstStyle/>
        <a:p>
          <a:endParaRPr lang="en-US"/>
        </a:p>
      </dgm:t>
    </dgm:pt>
    <dgm:pt modelId="{01F1497A-54F9-464B-9CEC-BF9F73FBB08B}" type="sibTrans" cxnId="{834F2C6A-9D95-4665-985F-6E87036CC122}">
      <dgm:prSet/>
      <dgm:spPr/>
      <dgm:t>
        <a:bodyPr/>
        <a:lstStyle/>
        <a:p>
          <a:endParaRPr lang="en-US"/>
        </a:p>
      </dgm:t>
    </dgm:pt>
    <dgm:pt modelId="{29F6B27D-D08B-4003-B450-87E8D613AE49}">
      <dgm:prSet/>
      <dgm:spPr/>
      <dgm:t>
        <a:bodyPr/>
        <a:lstStyle/>
        <a:p>
          <a:r>
            <a:rPr lang="es-ES" dirty="0"/>
            <a:t>👥 </a:t>
          </a:r>
          <a:r>
            <a:rPr lang="es-ES" b="1" dirty="0"/>
            <a:t>Gestión de Usuarios</a:t>
          </a:r>
          <a:endParaRPr lang="en-US" dirty="0"/>
        </a:p>
      </dgm:t>
    </dgm:pt>
    <dgm:pt modelId="{246D6FBC-83ED-42C6-9136-A099DFE2DE39}" type="parTrans" cxnId="{D3A0F317-D496-469D-95DC-599060157231}">
      <dgm:prSet/>
      <dgm:spPr/>
      <dgm:t>
        <a:bodyPr/>
        <a:lstStyle/>
        <a:p>
          <a:endParaRPr lang="en-US"/>
        </a:p>
      </dgm:t>
    </dgm:pt>
    <dgm:pt modelId="{ED8D7096-A46E-4B69-8B2F-B906F151769B}" type="sibTrans" cxnId="{D3A0F317-D496-469D-95DC-599060157231}">
      <dgm:prSet/>
      <dgm:spPr/>
      <dgm:t>
        <a:bodyPr/>
        <a:lstStyle/>
        <a:p>
          <a:endParaRPr lang="en-US"/>
        </a:p>
      </dgm:t>
    </dgm:pt>
    <dgm:pt modelId="{68FA0F51-EDCF-48DA-B685-1BD159BF0319}">
      <dgm:prSet/>
      <dgm:spPr/>
      <dgm:t>
        <a:bodyPr/>
        <a:lstStyle/>
        <a:p>
          <a:r>
            <a:rPr lang="es-ES"/>
            <a:t>Módulo administrativo para crear, editar y eliminar usuarios</a:t>
          </a:r>
          <a:endParaRPr lang="en-US"/>
        </a:p>
      </dgm:t>
    </dgm:pt>
    <dgm:pt modelId="{00C2CEA8-2BF6-4CBA-8054-D7282048B7BC}" type="parTrans" cxnId="{4C02F523-FB7B-4336-9526-01D7D21D2021}">
      <dgm:prSet/>
      <dgm:spPr/>
      <dgm:t>
        <a:bodyPr/>
        <a:lstStyle/>
        <a:p>
          <a:endParaRPr lang="en-US"/>
        </a:p>
      </dgm:t>
    </dgm:pt>
    <dgm:pt modelId="{D0CF9DC1-3C1E-48BD-B992-73CA71DCD089}" type="sibTrans" cxnId="{4C02F523-FB7B-4336-9526-01D7D21D2021}">
      <dgm:prSet/>
      <dgm:spPr/>
      <dgm:t>
        <a:bodyPr/>
        <a:lstStyle/>
        <a:p>
          <a:endParaRPr lang="en-US"/>
        </a:p>
      </dgm:t>
    </dgm:pt>
    <dgm:pt modelId="{3053A15B-C1DC-4642-8665-E217B7503328}">
      <dgm:prSet/>
      <dgm:spPr/>
      <dgm:t>
        <a:bodyPr/>
        <a:lstStyle/>
        <a:p>
          <a:r>
            <a:rPr lang="es-ES"/>
            <a:t>Gestión integrada desde la interfaz, sin uso de SQL manual</a:t>
          </a:r>
          <a:endParaRPr lang="en-US"/>
        </a:p>
      </dgm:t>
    </dgm:pt>
    <dgm:pt modelId="{D9BA6D22-F46A-44A0-83DF-40FAE5B06441}" type="parTrans" cxnId="{B0D1427D-8A99-40B8-8D96-906899BC2B04}">
      <dgm:prSet/>
      <dgm:spPr/>
      <dgm:t>
        <a:bodyPr/>
        <a:lstStyle/>
        <a:p>
          <a:endParaRPr lang="en-US"/>
        </a:p>
      </dgm:t>
    </dgm:pt>
    <dgm:pt modelId="{72861977-5930-4C28-BE4C-02CB9B62C5B3}" type="sibTrans" cxnId="{B0D1427D-8A99-40B8-8D96-906899BC2B04}">
      <dgm:prSet/>
      <dgm:spPr/>
      <dgm:t>
        <a:bodyPr/>
        <a:lstStyle/>
        <a:p>
          <a:endParaRPr lang="en-US"/>
        </a:p>
      </dgm:t>
    </dgm:pt>
    <dgm:pt modelId="{FA68DD0C-1DA3-4B0E-8779-5B1242ADD2B3}" type="pres">
      <dgm:prSet presAssocID="{E0AA17DB-D811-4131-A0ED-402F7CCD274C}" presName="diagram" presStyleCnt="0">
        <dgm:presLayoutVars>
          <dgm:dir/>
          <dgm:resizeHandles val="exact"/>
        </dgm:presLayoutVars>
      </dgm:prSet>
      <dgm:spPr/>
    </dgm:pt>
    <dgm:pt modelId="{84B8FFA8-E088-49BA-9A6F-BD8CE654B411}" type="pres">
      <dgm:prSet presAssocID="{8576297F-D77D-4AB1-8C36-EF8A499C1C7A}" presName="node" presStyleLbl="node1" presStyleIdx="0" presStyleCnt="9">
        <dgm:presLayoutVars>
          <dgm:bulletEnabled val="1"/>
        </dgm:presLayoutVars>
      </dgm:prSet>
      <dgm:spPr/>
    </dgm:pt>
    <dgm:pt modelId="{00D4CEEA-12B5-4CA3-AC3D-96C1F1AA0AD8}" type="pres">
      <dgm:prSet presAssocID="{7DF613A0-2C14-4675-B7ED-E41343FE7618}" presName="sibTrans" presStyleCnt="0"/>
      <dgm:spPr/>
    </dgm:pt>
    <dgm:pt modelId="{A84E80DB-0E8C-4C5B-A035-D9B471A45327}" type="pres">
      <dgm:prSet presAssocID="{CEC0D009-E5E4-471C-80A8-F41019F784B3}" presName="node" presStyleLbl="node1" presStyleIdx="1" presStyleCnt="9">
        <dgm:presLayoutVars>
          <dgm:bulletEnabled val="1"/>
        </dgm:presLayoutVars>
      </dgm:prSet>
      <dgm:spPr/>
    </dgm:pt>
    <dgm:pt modelId="{B8AE8525-89EB-40E8-923B-081EDB9CEDAE}" type="pres">
      <dgm:prSet presAssocID="{1718B4F1-F371-4BC8-9F72-EEDBD23EA0AE}" presName="sibTrans" presStyleCnt="0"/>
      <dgm:spPr/>
    </dgm:pt>
    <dgm:pt modelId="{21F82815-D249-405C-89C1-AC489BBF5D27}" type="pres">
      <dgm:prSet presAssocID="{B8EFD02B-2690-4BC5-A13E-76F272040267}" presName="node" presStyleLbl="node1" presStyleIdx="2" presStyleCnt="9">
        <dgm:presLayoutVars>
          <dgm:bulletEnabled val="1"/>
        </dgm:presLayoutVars>
      </dgm:prSet>
      <dgm:spPr/>
    </dgm:pt>
    <dgm:pt modelId="{F2C95CC9-3AAE-4394-A89B-23FEA8832400}" type="pres">
      <dgm:prSet presAssocID="{5AF4DB13-C518-487B-ABA3-2DDC1502EC08}" presName="sibTrans" presStyleCnt="0"/>
      <dgm:spPr/>
    </dgm:pt>
    <dgm:pt modelId="{444D5B0F-84D9-4A04-96DA-6CA3145B6FCF}" type="pres">
      <dgm:prSet presAssocID="{18078EBC-3B3E-42FA-90A2-5D65C9429B74}" presName="node" presStyleLbl="node1" presStyleIdx="3" presStyleCnt="9">
        <dgm:presLayoutVars>
          <dgm:bulletEnabled val="1"/>
        </dgm:presLayoutVars>
      </dgm:prSet>
      <dgm:spPr/>
    </dgm:pt>
    <dgm:pt modelId="{A02E0414-293B-46F0-A9A8-787E225F2B72}" type="pres">
      <dgm:prSet presAssocID="{0A354A0C-FA8E-4126-A2E9-F81B5F80AFE3}" presName="sibTrans" presStyleCnt="0"/>
      <dgm:spPr/>
    </dgm:pt>
    <dgm:pt modelId="{A5FD0D0D-CFCA-4CA4-96E2-0B02C994B507}" type="pres">
      <dgm:prSet presAssocID="{31F8F675-8636-4624-B65E-DAD4D2FBBD76}" presName="node" presStyleLbl="node1" presStyleIdx="4" presStyleCnt="9">
        <dgm:presLayoutVars>
          <dgm:bulletEnabled val="1"/>
        </dgm:presLayoutVars>
      </dgm:prSet>
      <dgm:spPr/>
    </dgm:pt>
    <dgm:pt modelId="{CB657D7D-2565-41EB-A340-70796FDD57BF}" type="pres">
      <dgm:prSet presAssocID="{BE2CD38B-AFC7-4A78-836C-D37E3D507B86}" presName="sibTrans" presStyleCnt="0"/>
      <dgm:spPr/>
    </dgm:pt>
    <dgm:pt modelId="{EC05418A-EE54-472E-B9B3-4D09DEA93333}" type="pres">
      <dgm:prSet presAssocID="{C99D8D38-B0BE-4814-BBCA-26B7D1AC6723}" presName="node" presStyleLbl="node1" presStyleIdx="5" presStyleCnt="9">
        <dgm:presLayoutVars>
          <dgm:bulletEnabled val="1"/>
        </dgm:presLayoutVars>
      </dgm:prSet>
      <dgm:spPr/>
    </dgm:pt>
    <dgm:pt modelId="{9A8AD117-A56D-47A4-BFF3-E3A971565E47}" type="pres">
      <dgm:prSet presAssocID="{01F1497A-54F9-464B-9CEC-BF9F73FBB08B}" presName="sibTrans" presStyleCnt="0"/>
      <dgm:spPr/>
    </dgm:pt>
    <dgm:pt modelId="{28428716-0933-4EBB-AACC-05A44123A7EC}" type="pres">
      <dgm:prSet presAssocID="{29F6B27D-D08B-4003-B450-87E8D613AE49}" presName="node" presStyleLbl="node1" presStyleIdx="6" presStyleCnt="9">
        <dgm:presLayoutVars>
          <dgm:bulletEnabled val="1"/>
        </dgm:presLayoutVars>
      </dgm:prSet>
      <dgm:spPr/>
    </dgm:pt>
    <dgm:pt modelId="{44BF8BC0-CC5D-4467-8192-ABF426DBA470}" type="pres">
      <dgm:prSet presAssocID="{ED8D7096-A46E-4B69-8B2F-B906F151769B}" presName="sibTrans" presStyleCnt="0"/>
      <dgm:spPr/>
    </dgm:pt>
    <dgm:pt modelId="{5234C554-DA77-41C6-BE92-382C7126A9B3}" type="pres">
      <dgm:prSet presAssocID="{68FA0F51-EDCF-48DA-B685-1BD159BF0319}" presName="node" presStyleLbl="node1" presStyleIdx="7" presStyleCnt="9">
        <dgm:presLayoutVars>
          <dgm:bulletEnabled val="1"/>
        </dgm:presLayoutVars>
      </dgm:prSet>
      <dgm:spPr/>
    </dgm:pt>
    <dgm:pt modelId="{E976BAC6-E7CE-45D1-A2F8-00C9619FBE59}" type="pres">
      <dgm:prSet presAssocID="{D0CF9DC1-3C1E-48BD-B992-73CA71DCD089}" presName="sibTrans" presStyleCnt="0"/>
      <dgm:spPr/>
    </dgm:pt>
    <dgm:pt modelId="{04843628-557D-4ED4-B612-4F900E112358}" type="pres">
      <dgm:prSet presAssocID="{3053A15B-C1DC-4642-8665-E217B7503328}" presName="node" presStyleLbl="node1" presStyleIdx="8" presStyleCnt="9">
        <dgm:presLayoutVars>
          <dgm:bulletEnabled val="1"/>
        </dgm:presLayoutVars>
      </dgm:prSet>
      <dgm:spPr/>
    </dgm:pt>
  </dgm:ptLst>
  <dgm:cxnLst>
    <dgm:cxn modelId="{AF37AB02-7855-42CB-801A-9491B0BB1F5F}" type="presOf" srcId="{E0AA17DB-D811-4131-A0ED-402F7CCD274C}" destId="{FA68DD0C-1DA3-4B0E-8779-5B1242ADD2B3}" srcOrd="0" destOrd="0" presId="urn:microsoft.com/office/officeart/2005/8/layout/default"/>
    <dgm:cxn modelId="{90CD0A07-E7BD-42ED-8BC8-3812B83CD7EF}" srcId="{E0AA17DB-D811-4131-A0ED-402F7CCD274C}" destId="{B8EFD02B-2690-4BC5-A13E-76F272040267}" srcOrd="2" destOrd="0" parTransId="{EB3270F3-59B8-4A2C-B236-1F4DEDA7100B}" sibTransId="{5AF4DB13-C518-487B-ABA3-2DDC1502EC08}"/>
    <dgm:cxn modelId="{81B3F912-D362-46D6-9BEC-EFDD7844CF0D}" type="presOf" srcId="{29F6B27D-D08B-4003-B450-87E8D613AE49}" destId="{28428716-0933-4EBB-AACC-05A44123A7EC}" srcOrd="0" destOrd="0" presId="urn:microsoft.com/office/officeart/2005/8/layout/default"/>
    <dgm:cxn modelId="{D3A0F317-D496-469D-95DC-599060157231}" srcId="{E0AA17DB-D811-4131-A0ED-402F7CCD274C}" destId="{29F6B27D-D08B-4003-B450-87E8D613AE49}" srcOrd="6" destOrd="0" parTransId="{246D6FBC-83ED-42C6-9136-A099DFE2DE39}" sibTransId="{ED8D7096-A46E-4B69-8B2F-B906F151769B}"/>
    <dgm:cxn modelId="{4C02F523-FB7B-4336-9526-01D7D21D2021}" srcId="{E0AA17DB-D811-4131-A0ED-402F7CCD274C}" destId="{68FA0F51-EDCF-48DA-B685-1BD159BF0319}" srcOrd="7" destOrd="0" parTransId="{00C2CEA8-2BF6-4CBA-8054-D7282048B7BC}" sibTransId="{D0CF9DC1-3C1E-48BD-B992-73CA71DCD089}"/>
    <dgm:cxn modelId="{465A1962-D6DE-4600-B3D9-D2FBA8886316}" type="presOf" srcId="{CEC0D009-E5E4-471C-80A8-F41019F784B3}" destId="{A84E80DB-0E8C-4C5B-A035-D9B471A45327}" srcOrd="0" destOrd="0" presId="urn:microsoft.com/office/officeart/2005/8/layout/default"/>
    <dgm:cxn modelId="{9BAE1443-8C2A-4814-9F95-AA5644834030}" srcId="{E0AA17DB-D811-4131-A0ED-402F7CCD274C}" destId="{31F8F675-8636-4624-B65E-DAD4D2FBBD76}" srcOrd="4" destOrd="0" parTransId="{E63BC89E-15D0-4734-B053-C78F369662AC}" sibTransId="{BE2CD38B-AFC7-4A78-836C-D37E3D507B86}"/>
    <dgm:cxn modelId="{4F963C68-A287-48C0-89CE-AC7B70471F6E}" type="presOf" srcId="{B8EFD02B-2690-4BC5-A13E-76F272040267}" destId="{21F82815-D249-405C-89C1-AC489BBF5D27}" srcOrd="0" destOrd="0" presId="urn:microsoft.com/office/officeart/2005/8/layout/default"/>
    <dgm:cxn modelId="{834F2C6A-9D95-4665-985F-6E87036CC122}" srcId="{E0AA17DB-D811-4131-A0ED-402F7CCD274C}" destId="{C99D8D38-B0BE-4814-BBCA-26B7D1AC6723}" srcOrd="5" destOrd="0" parTransId="{279A20C1-004A-45B2-8F41-9784B6DE0482}" sibTransId="{01F1497A-54F9-464B-9CEC-BF9F73FBB08B}"/>
    <dgm:cxn modelId="{CD21484D-7F56-473F-90AE-E7D18F1BC070}" type="presOf" srcId="{8576297F-D77D-4AB1-8C36-EF8A499C1C7A}" destId="{84B8FFA8-E088-49BA-9A6F-BD8CE654B411}" srcOrd="0" destOrd="0" presId="urn:microsoft.com/office/officeart/2005/8/layout/default"/>
    <dgm:cxn modelId="{61331971-F324-4969-A99E-F16AC441B12F}" type="presOf" srcId="{68FA0F51-EDCF-48DA-B685-1BD159BF0319}" destId="{5234C554-DA77-41C6-BE92-382C7126A9B3}" srcOrd="0" destOrd="0" presId="urn:microsoft.com/office/officeart/2005/8/layout/default"/>
    <dgm:cxn modelId="{F07DBB79-6289-4A7F-8191-0691BFA2CA3F}" type="presOf" srcId="{31F8F675-8636-4624-B65E-DAD4D2FBBD76}" destId="{A5FD0D0D-CFCA-4CA4-96E2-0B02C994B507}" srcOrd="0" destOrd="0" presId="urn:microsoft.com/office/officeart/2005/8/layout/default"/>
    <dgm:cxn modelId="{B0D1427D-8A99-40B8-8D96-906899BC2B04}" srcId="{E0AA17DB-D811-4131-A0ED-402F7CCD274C}" destId="{3053A15B-C1DC-4642-8665-E217B7503328}" srcOrd="8" destOrd="0" parTransId="{D9BA6D22-F46A-44A0-83DF-40FAE5B06441}" sibTransId="{72861977-5930-4C28-BE4C-02CB9B62C5B3}"/>
    <dgm:cxn modelId="{E4AF3280-E117-4F4E-8913-987DDD948385}" type="presOf" srcId="{18078EBC-3B3E-42FA-90A2-5D65C9429B74}" destId="{444D5B0F-84D9-4A04-96DA-6CA3145B6FCF}" srcOrd="0" destOrd="0" presId="urn:microsoft.com/office/officeart/2005/8/layout/default"/>
    <dgm:cxn modelId="{640214B3-96FF-4FDA-B4F1-A8BA93304914}" type="presOf" srcId="{3053A15B-C1DC-4642-8665-E217B7503328}" destId="{04843628-557D-4ED4-B612-4F900E112358}" srcOrd="0" destOrd="0" presId="urn:microsoft.com/office/officeart/2005/8/layout/default"/>
    <dgm:cxn modelId="{41106ABA-1D34-4C8D-A4D4-AFC36D71861D}" srcId="{E0AA17DB-D811-4131-A0ED-402F7CCD274C}" destId="{CEC0D009-E5E4-471C-80A8-F41019F784B3}" srcOrd="1" destOrd="0" parTransId="{FB4C9B8E-EBF0-472C-8405-73573C022346}" sibTransId="{1718B4F1-F371-4BC8-9F72-EEDBD23EA0AE}"/>
    <dgm:cxn modelId="{9ECEFCC2-C5E9-4EF0-A4BB-DF94C57EC08B}" type="presOf" srcId="{C99D8D38-B0BE-4814-BBCA-26B7D1AC6723}" destId="{EC05418A-EE54-472E-B9B3-4D09DEA93333}" srcOrd="0" destOrd="0" presId="urn:microsoft.com/office/officeart/2005/8/layout/default"/>
    <dgm:cxn modelId="{B7277BE1-4E3E-4FB4-BD3F-5D780ECF0C07}" srcId="{E0AA17DB-D811-4131-A0ED-402F7CCD274C}" destId="{18078EBC-3B3E-42FA-90A2-5D65C9429B74}" srcOrd="3" destOrd="0" parTransId="{184DA16F-42C0-4CF2-AD6F-82A9FEFCCB08}" sibTransId="{0A354A0C-FA8E-4126-A2E9-F81B5F80AFE3}"/>
    <dgm:cxn modelId="{EE40B6FA-6CA4-498C-A021-27468A8D2B23}" srcId="{E0AA17DB-D811-4131-A0ED-402F7CCD274C}" destId="{8576297F-D77D-4AB1-8C36-EF8A499C1C7A}" srcOrd="0" destOrd="0" parTransId="{6E3D84A3-BF21-4A71-AC8C-22061DC96A17}" sibTransId="{7DF613A0-2C14-4675-B7ED-E41343FE7618}"/>
    <dgm:cxn modelId="{2EB292CA-AC38-46BD-8EFF-4F6737782838}" type="presParOf" srcId="{FA68DD0C-1DA3-4B0E-8779-5B1242ADD2B3}" destId="{84B8FFA8-E088-49BA-9A6F-BD8CE654B411}" srcOrd="0" destOrd="0" presId="urn:microsoft.com/office/officeart/2005/8/layout/default"/>
    <dgm:cxn modelId="{786894F0-6017-4E61-8B74-53E758290AEE}" type="presParOf" srcId="{FA68DD0C-1DA3-4B0E-8779-5B1242ADD2B3}" destId="{00D4CEEA-12B5-4CA3-AC3D-96C1F1AA0AD8}" srcOrd="1" destOrd="0" presId="urn:microsoft.com/office/officeart/2005/8/layout/default"/>
    <dgm:cxn modelId="{04729223-299F-4667-BEDB-90C953FD4F1E}" type="presParOf" srcId="{FA68DD0C-1DA3-4B0E-8779-5B1242ADD2B3}" destId="{A84E80DB-0E8C-4C5B-A035-D9B471A45327}" srcOrd="2" destOrd="0" presId="urn:microsoft.com/office/officeart/2005/8/layout/default"/>
    <dgm:cxn modelId="{D57880AC-17CF-4830-97AD-D2A1C82E9050}" type="presParOf" srcId="{FA68DD0C-1DA3-4B0E-8779-5B1242ADD2B3}" destId="{B8AE8525-89EB-40E8-923B-081EDB9CEDAE}" srcOrd="3" destOrd="0" presId="urn:microsoft.com/office/officeart/2005/8/layout/default"/>
    <dgm:cxn modelId="{D64734C6-C048-48B6-BEF8-D31D5D89B4F8}" type="presParOf" srcId="{FA68DD0C-1DA3-4B0E-8779-5B1242ADD2B3}" destId="{21F82815-D249-405C-89C1-AC489BBF5D27}" srcOrd="4" destOrd="0" presId="urn:microsoft.com/office/officeart/2005/8/layout/default"/>
    <dgm:cxn modelId="{AD0494B0-1CB4-47A2-A2F3-4888DE215059}" type="presParOf" srcId="{FA68DD0C-1DA3-4B0E-8779-5B1242ADD2B3}" destId="{F2C95CC9-3AAE-4394-A89B-23FEA8832400}" srcOrd="5" destOrd="0" presId="urn:microsoft.com/office/officeart/2005/8/layout/default"/>
    <dgm:cxn modelId="{0A6995EF-D0A7-4201-ABCA-BCD331DA9B2F}" type="presParOf" srcId="{FA68DD0C-1DA3-4B0E-8779-5B1242ADD2B3}" destId="{444D5B0F-84D9-4A04-96DA-6CA3145B6FCF}" srcOrd="6" destOrd="0" presId="urn:microsoft.com/office/officeart/2005/8/layout/default"/>
    <dgm:cxn modelId="{E90886BC-5295-4330-A939-0A3B507DC508}" type="presParOf" srcId="{FA68DD0C-1DA3-4B0E-8779-5B1242ADD2B3}" destId="{A02E0414-293B-46F0-A9A8-787E225F2B72}" srcOrd="7" destOrd="0" presId="urn:microsoft.com/office/officeart/2005/8/layout/default"/>
    <dgm:cxn modelId="{92929635-8E6A-4BE6-B7B7-D686CB55FE56}" type="presParOf" srcId="{FA68DD0C-1DA3-4B0E-8779-5B1242ADD2B3}" destId="{A5FD0D0D-CFCA-4CA4-96E2-0B02C994B507}" srcOrd="8" destOrd="0" presId="urn:microsoft.com/office/officeart/2005/8/layout/default"/>
    <dgm:cxn modelId="{FF46ECF4-71D3-4D4E-B2B5-08A465363AE4}" type="presParOf" srcId="{FA68DD0C-1DA3-4B0E-8779-5B1242ADD2B3}" destId="{CB657D7D-2565-41EB-A340-70796FDD57BF}" srcOrd="9" destOrd="0" presId="urn:microsoft.com/office/officeart/2005/8/layout/default"/>
    <dgm:cxn modelId="{B50DBCF7-53D9-48E8-811F-D1B00075A5B0}" type="presParOf" srcId="{FA68DD0C-1DA3-4B0E-8779-5B1242ADD2B3}" destId="{EC05418A-EE54-472E-B9B3-4D09DEA93333}" srcOrd="10" destOrd="0" presId="urn:microsoft.com/office/officeart/2005/8/layout/default"/>
    <dgm:cxn modelId="{453EA8B2-3C17-449B-93AA-54FC3A593CE0}" type="presParOf" srcId="{FA68DD0C-1DA3-4B0E-8779-5B1242ADD2B3}" destId="{9A8AD117-A56D-47A4-BFF3-E3A971565E47}" srcOrd="11" destOrd="0" presId="urn:microsoft.com/office/officeart/2005/8/layout/default"/>
    <dgm:cxn modelId="{EC963022-806F-45AE-8A7C-91912C975EAA}" type="presParOf" srcId="{FA68DD0C-1DA3-4B0E-8779-5B1242ADD2B3}" destId="{28428716-0933-4EBB-AACC-05A44123A7EC}" srcOrd="12" destOrd="0" presId="urn:microsoft.com/office/officeart/2005/8/layout/default"/>
    <dgm:cxn modelId="{25A9D845-6D31-4AD7-81AB-735658A2E99E}" type="presParOf" srcId="{FA68DD0C-1DA3-4B0E-8779-5B1242ADD2B3}" destId="{44BF8BC0-CC5D-4467-8192-ABF426DBA470}" srcOrd="13" destOrd="0" presId="urn:microsoft.com/office/officeart/2005/8/layout/default"/>
    <dgm:cxn modelId="{C1CA6E82-0083-4A62-A8A1-36A77F082F00}" type="presParOf" srcId="{FA68DD0C-1DA3-4B0E-8779-5B1242ADD2B3}" destId="{5234C554-DA77-41C6-BE92-382C7126A9B3}" srcOrd="14" destOrd="0" presId="urn:microsoft.com/office/officeart/2005/8/layout/default"/>
    <dgm:cxn modelId="{AEE60161-3458-4B62-A9B5-49782732BA1E}" type="presParOf" srcId="{FA68DD0C-1DA3-4B0E-8779-5B1242ADD2B3}" destId="{E976BAC6-E7CE-45D1-A2F8-00C9619FBE59}" srcOrd="15" destOrd="0" presId="urn:microsoft.com/office/officeart/2005/8/layout/default"/>
    <dgm:cxn modelId="{07570B6D-4022-4F5D-9DFB-9BB5DAACE8CA}" type="presParOf" srcId="{FA68DD0C-1DA3-4B0E-8779-5B1242ADD2B3}" destId="{04843628-557D-4ED4-B612-4F900E112358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EDF0269-1F16-4937-B71C-1AAAF15A750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D33F2209-6490-4931-B8DD-C7790F3E242A}">
      <dgm:prSet/>
      <dgm:spPr/>
      <dgm:t>
        <a:bodyPr/>
        <a:lstStyle/>
        <a:p>
          <a:pPr>
            <a:defRPr cap="all"/>
          </a:pPr>
          <a:r>
            <a:rPr lang="es-ES" b="1" dirty="0"/>
            <a:t>El desarrollo del sistema se gestionó mediante un tablero Kanban en GitHub, donde se cerraron 16 tareas asociadas a desarrollo, pruebas y documentación.</a:t>
          </a:r>
          <a:endParaRPr lang="en-US" b="1" dirty="0"/>
        </a:p>
      </dgm:t>
    </dgm:pt>
    <dgm:pt modelId="{35F150A9-DC2F-40EA-A46D-39FC9CC0F6F6}" type="parTrans" cxnId="{4AF0084E-3A93-4504-B09D-4F12D436DA23}">
      <dgm:prSet/>
      <dgm:spPr/>
      <dgm:t>
        <a:bodyPr/>
        <a:lstStyle/>
        <a:p>
          <a:endParaRPr lang="en-US"/>
        </a:p>
      </dgm:t>
    </dgm:pt>
    <dgm:pt modelId="{346B6F6F-4F53-42CA-ABA1-3B57716263B7}" type="sibTrans" cxnId="{4AF0084E-3A93-4504-B09D-4F12D436DA23}">
      <dgm:prSet/>
      <dgm:spPr/>
      <dgm:t>
        <a:bodyPr/>
        <a:lstStyle/>
        <a:p>
          <a:endParaRPr lang="en-US"/>
        </a:p>
      </dgm:t>
    </dgm:pt>
    <dgm:pt modelId="{A0ED89C0-7401-4593-BE4D-B007D8A6A85A}">
      <dgm:prSet/>
      <dgm:spPr/>
      <dgm:t>
        <a:bodyPr/>
        <a:lstStyle/>
        <a:p>
          <a:pPr>
            <a:defRPr cap="all"/>
          </a:pPr>
          <a:r>
            <a:rPr lang="es-ES" b="1" dirty="0"/>
            <a:t>Se completó la integración de Nmap y Pi-</a:t>
          </a:r>
          <a:r>
            <a:rPr lang="es-ES" b="1" dirty="0" err="1"/>
            <a:t>hole</a:t>
          </a:r>
          <a:r>
            <a:rPr lang="es-ES" b="1" dirty="0"/>
            <a:t>, el CRUD de dispositivos, validaciones, </a:t>
          </a:r>
          <a:r>
            <a:rPr lang="es-ES" b="1" dirty="0" err="1"/>
            <a:t>KPIs</a:t>
          </a:r>
          <a:r>
            <a:rPr lang="es-ES" b="1" dirty="0"/>
            <a:t> y pruebas exploratorias, todo versionado mediante </a:t>
          </a:r>
          <a:r>
            <a:rPr lang="es-ES" b="1" dirty="0" err="1"/>
            <a:t>commits</a:t>
          </a:r>
          <a:r>
            <a:rPr lang="es-ES" b="1" dirty="0"/>
            <a:t> por sprint e </a:t>
          </a:r>
          <a:r>
            <a:rPr lang="es-ES" b="1" dirty="0" err="1"/>
            <a:t>issues</a:t>
          </a:r>
          <a:r>
            <a:rPr lang="es-ES" b="1" dirty="0"/>
            <a:t>, asegurando un seguimiento ordenado y trazable.</a:t>
          </a:r>
          <a:endParaRPr lang="en-US" b="1" dirty="0"/>
        </a:p>
      </dgm:t>
    </dgm:pt>
    <dgm:pt modelId="{45701363-F3FB-489D-8E3D-1BB08B73F7AD}" type="parTrans" cxnId="{3B87999B-6D26-4239-A90A-57E8BE36F230}">
      <dgm:prSet/>
      <dgm:spPr/>
      <dgm:t>
        <a:bodyPr/>
        <a:lstStyle/>
        <a:p>
          <a:endParaRPr lang="en-US"/>
        </a:p>
      </dgm:t>
    </dgm:pt>
    <dgm:pt modelId="{B7465A8A-3A7B-4AE0-B074-C914212CEAD5}" type="sibTrans" cxnId="{3B87999B-6D26-4239-A90A-57E8BE36F230}">
      <dgm:prSet/>
      <dgm:spPr/>
      <dgm:t>
        <a:bodyPr/>
        <a:lstStyle/>
        <a:p>
          <a:endParaRPr lang="en-US"/>
        </a:p>
      </dgm:t>
    </dgm:pt>
    <dgm:pt modelId="{89EF879B-64D4-4549-8339-DB10DB82ED34}" type="pres">
      <dgm:prSet presAssocID="{EEDF0269-1F16-4937-B71C-1AAAF15A7508}" presName="root" presStyleCnt="0">
        <dgm:presLayoutVars>
          <dgm:dir/>
          <dgm:resizeHandles val="exact"/>
        </dgm:presLayoutVars>
      </dgm:prSet>
      <dgm:spPr/>
    </dgm:pt>
    <dgm:pt modelId="{744BFDDE-7DC6-4581-A724-961ADFA34DD7}" type="pres">
      <dgm:prSet presAssocID="{D33F2209-6490-4931-B8DD-C7790F3E242A}" presName="compNode" presStyleCnt="0"/>
      <dgm:spPr/>
    </dgm:pt>
    <dgm:pt modelId="{18FC6542-C82C-4F4C-826A-EA48D411AEE2}" type="pres">
      <dgm:prSet presAssocID="{D33F2209-6490-4931-B8DD-C7790F3E242A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7638E755-E006-4A4C-BB65-FDAAB174631F}" type="pres">
      <dgm:prSet presAssocID="{D33F2209-6490-4931-B8DD-C7790F3E242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48FB5219-5E49-4062-BC76-DA18033E0752}" type="pres">
      <dgm:prSet presAssocID="{D33F2209-6490-4931-B8DD-C7790F3E242A}" presName="spaceRect" presStyleCnt="0"/>
      <dgm:spPr/>
    </dgm:pt>
    <dgm:pt modelId="{26B1FAAB-3402-40A4-B0BF-713D6F74476A}" type="pres">
      <dgm:prSet presAssocID="{D33F2209-6490-4931-B8DD-C7790F3E242A}" presName="textRect" presStyleLbl="revTx" presStyleIdx="0" presStyleCnt="2">
        <dgm:presLayoutVars>
          <dgm:chMax val="1"/>
          <dgm:chPref val="1"/>
        </dgm:presLayoutVars>
      </dgm:prSet>
      <dgm:spPr/>
    </dgm:pt>
    <dgm:pt modelId="{4FC7600F-7E4B-4061-BB8E-1DD1FDC353F9}" type="pres">
      <dgm:prSet presAssocID="{346B6F6F-4F53-42CA-ABA1-3B57716263B7}" presName="sibTrans" presStyleCnt="0"/>
      <dgm:spPr/>
    </dgm:pt>
    <dgm:pt modelId="{D4B27853-DF86-4BF0-B06D-B0351171E83A}" type="pres">
      <dgm:prSet presAssocID="{A0ED89C0-7401-4593-BE4D-B007D8A6A85A}" presName="compNode" presStyleCnt="0"/>
      <dgm:spPr/>
    </dgm:pt>
    <dgm:pt modelId="{EBBD698C-030A-471E-B294-AAFD650039DA}" type="pres">
      <dgm:prSet presAssocID="{A0ED89C0-7401-4593-BE4D-B007D8A6A85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1DD10EC7-59CC-4720-80E0-971552FF855A}" type="pres">
      <dgm:prSet presAssocID="{A0ED89C0-7401-4593-BE4D-B007D8A6A85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0FECF38-92B8-49D4-B55E-081C6C28B77E}" type="pres">
      <dgm:prSet presAssocID="{A0ED89C0-7401-4593-BE4D-B007D8A6A85A}" presName="spaceRect" presStyleCnt="0"/>
      <dgm:spPr/>
    </dgm:pt>
    <dgm:pt modelId="{C5FA91BE-3B24-47BA-9583-0B46B97C899B}" type="pres">
      <dgm:prSet presAssocID="{A0ED89C0-7401-4593-BE4D-B007D8A6A85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AF0084E-3A93-4504-B09D-4F12D436DA23}" srcId="{EEDF0269-1F16-4937-B71C-1AAAF15A7508}" destId="{D33F2209-6490-4931-B8DD-C7790F3E242A}" srcOrd="0" destOrd="0" parTransId="{35F150A9-DC2F-40EA-A46D-39FC9CC0F6F6}" sibTransId="{346B6F6F-4F53-42CA-ABA1-3B57716263B7}"/>
    <dgm:cxn modelId="{18C5ED98-02F8-4955-AB91-764BC703D078}" type="presOf" srcId="{A0ED89C0-7401-4593-BE4D-B007D8A6A85A}" destId="{C5FA91BE-3B24-47BA-9583-0B46B97C899B}" srcOrd="0" destOrd="0" presId="urn:microsoft.com/office/officeart/2018/5/layout/IconLeafLabelList"/>
    <dgm:cxn modelId="{3B87999B-6D26-4239-A90A-57E8BE36F230}" srcId="{EEDF0269-1F16-4937-B71C-1AAAF15A7508}" destId="{A0ED89C0-7401-4593-BE4D-B007D8A6A85A}" srcOrd="1" destOrd="0" parTransId="{45701363-F3FB-489D-8E3D-1BB08B73F7AD}" sibTransId="{B7465A8A-3A7B-4AE0-B074-C914212CEAD5}"/>
    <dgm:cxn modelId="{9A9055A9-2A35-4C69-BEA1-4C8234E3CBA6}" type="presOf" srcId="{D33F2209-6490-4931-B8DD-C7790F3E242A}" destId="{26B1FAAB-3402-40A4-B0BF-713D6F74476A}" srcOrd="0" destOrd="0" presId="urn:microsoft.com/office/officeart/2018/5/layout/IconLeafLabelList"/>
    <dgm:cxn modelId="{BF7B3FDD-09AD-4838-98A2-07AEC84D173A}" type="presOf" srcId="{EEDF0269-1F16-4937-B71C-1AAAF15A7508}" destId="{89EF879B-64D4-4549-8339-DB10DB82ED34}" srcOrd="0" destOrd="0" presId="urn:microsoft.com/office/officeart/2018/5/layout/IconLeafLabelList"/>
    <dgm:cxn modelId="{AB210539-63C3-4B82-9D92-F2012CF823DF}" type="presParOf" srcId="{89EF879B-64D4-4549-8339-DB10DB82ED34}" destId="{744BFDDE-7DC6-4581-A724-961ADFA34DD7}" srcOrd="0" destOrd="0" presId="urn:microsoft.com/office/officeart/2018/5/layout/IconLeafLabelList"/>
    <dgm:cxn modelId="{DDFD644D-7D36-4D39-BFE1-738E06365806}" type="presParOf" srcId="{744BFDDE-7DC6-4581-A724-961ADFA34DD7}" destId="{18FC6542-C82C-4F4C-826A-EA48D411AEE2}" srcOrd="0" destOrd="0" presId="urn:microsoft.com/office/officeart/2018/5/layout/IconLeafLabelList"/>
    <dgm:cxn modelId="{014B2B68-2D73-4BD2-979D-4F98481447F8}" type="presParOf" srcId="{744BFDDE-7DC6-4581-A724-961ADFA34DD7}" destId="{7638E755-E006-4A4C-BB65-FDAAB174631F}" srcOrd="1" destOrd="0" presId="urn:microsoft.com/office/officeart/2018/5/layout/IconLeafLabelList"/>
    <dgm:cxn modelId="{1038E5CD-004E-4C7D-A446-94647870DFC9}" type="presParOf" srcId="{744BFDDE-7DC6-4581-A724-961ADFA34DD7}" destId="{48FB5219-5E49-4062-BC76-DA18033E0752}" srcOrd="2" destOrd="0" presId="urn:microsoft.com/office/officeart/2018/5/layout/IconLeafLabelList"/>
    <dgm:cxn modelId="{C53204B0-87C4-4100-B656-8DDC7C8C09CA}" type="presParOf" srcId="{744BFDDE-7DC6-4581-A724-961ADFA34DD7}" destId="{26B1FAAB-3402-40A4-B0BF-713D6F74476A}" srcOrd="3" destOrd="0" presId="urn:microsoft.com/office/officeart/2018/5/layout/IconLeafLabelList"/>
    <dgm:cxn modelId="{8FD4C568-B2DA-48A4-B45B-482B31B7EA90}" type="presParOf" srcId="{89EF879B-64D4-4549-8339-DB10DB82ED34}" destId="{4FC7600F-7E4B-4061-BB8E-1DD1FDC353F9}" srcOrd="1" destOrd="0" presId="urn:microsoft.com/office/officeart/2018/5/layout/IconLeafLabelList"/>
    <dgm:cxn modelId="{0D98890A-9B04-45EA-9CE9-5E59C178840D}" type="presParOf" srcId="{89EF879B-64D4-4549-8339-DB10DB82ED34}" destId="{D4B27853-DF86-4BF0-B06D-B0351171E83A}" srcOrd="2" destOrd="0" presId="urn:microsoft.com/office/officeart/2018/5/layout/IconLeafLabelList"/>
    <dgm:cxn modelId="{CB024979-3814-49CA-A8FF-C1984C32EE55}" type="presParOf" srcId="{D4B27853-DF86-4BF0-B06D-B0351171E83A}" destId="{EBBD698C-030A-471E-B294-AAFD650039DA}" srcOrd="0" destOrd="0" presId="urn:microsoft.com/office/officeart/2018/5/layout/IconLeafLabelList"/>
    <dgm:cxn modelId="{8DC6467F-9410-4652-8C36-9888FEAC1B37}" type="presParOf" srcId="{D4B27853-DF86-4BF0-B06D-B0351171E83A}" destId="{1DD10EC7-59CC-4720-80E0-971552FF855A}" srcOrd="1" destOrd="0" presId="urn:microsoft.com/office/officeart/2018/5/layout/IconLeafLabelList"/>
    <dgm:cxn modelId="{4975B0A2-EFBE-4697-B1AE-231CDCB76673}" type="presParOf" srcId="{D4B27853-DF86-4BF0-B06D-B0351171E83A}" destId="{C0FECF38-92B8-49D4-B55E-081C6C28B77E}" srcOrd="2" destOrd="0" presId="urn:microsoft.com/office/officeart/2018/5/layout/IconLeafLabelList"/>
    <dgm:cxn modelId="{3BC30AC2-5B38-4FA5-83CF-7E7C512FBD73}" type="presParOf" srcId="{D4B27853-DF86-4BF0-B06D-B0351171E83A}" destId="{C5FA91BE-3B24-47BA-9583-0B46B97C899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D2DED-8483-4026-9DDA-691B38DAFF00}">
      <dsp:nvSpPr>
        <dsp:cNvPr id="0" name=""/>
        <dsp:cNvSpPr/>
      </dsp:nvSpPr>
      <dsp:spPr>
        <a:xfrm>
          <a:off x="890763" y="963028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DEDBB-C744-408F-8789-D8B90B3847F3}">
      <dsp:nvSpPr>
        <dsp:cNvPr id="0" name=""/>
        <dsp:cNvSpPr/>
      </dsp:nvSpPr>
      <dsp:spPr>
        <a:xfrm>
          <a:off x="291148" y="2308309"/>
          <a:ext cx="2180418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Las redes locales actuales concentran múltiples dispositivos conectados simultáneamente, lo que dificulta su control y monitoreo.</a:t>
          </a:r>
          <a:endParaRPr lang="en-US" sz="1100" kern="1200" dirty="0"/>
        </a:p>
      </dsp:txBody>
      <dsp:txXfrm>
        <a:off x="291148" y="2308309"/>
        <a:ext cx="2180418" cy="1080000"/>
      </dsp:txXfrm>
    </dsp:sp>
    <dsp:sp modelId="{4C69D6EC-205D-4730-B4E3-134603B6C053}">
      <dsp:nvSpPr>
        <dsp:cNvPr id="0" name=""/>
        <dsp:cNvSpPr/>
      </dsp:nvSpPr>
      <dsp:spPr>
        <a:xfrm>
          <a:off x="3452755" y="963028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F8A68-41B3-4BC8-AEB7-6F83A1B0FDDE}">
      <dsp:nvSpPr>
        <dsp:cNvPr id="0" name=""/>
        <dsp:cNvSpPr/>
      </dsp:nvSpPr>
      <dsp:spPr>
        <a:xfrm>
          <a:off x="2853140" y="2308309"/>
          <a:ext cx="2180418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El proyecto </a:t>
          </a:r>
          <a:r>
            <a:rPr lang="es-ES" sz="1100" b="1" kern="1200"/>
            <a:t>Sistema de Gestión IP/MAC</a:t>
          </a:r>
          <a:r>
            <a:rPr lang="es-ES" sz="1100" kern="1200"/>
            <a:t> surge para automatizar la detección, registro y seguimiento de equipos dentro de una red local.</a:t>
          </a:r>
          <a:endParaRPr lang="en-US" sz="1100" kern="1200"/>
        </a:p>
      </dsp:txBody>
      <dsp:txXfrm>
        <a:off x="2853140" y="2308309"/>
        <a:ext cx="2180418" cy="1080000"/>
      </dsp:txXfrm>
    </dsp:sp>
    <dsp:sp modelId="{8B290A4A-FC05-48D6-AC74-34FA7890F012}">
      <dsp:nvSpPr>
        <dsp:cNvPr id="0" name=""/>
        <dsp:cNvSpPr/>
      </dsp:nvSpPr>
      <dsp:spPr>
        <a:xfrm>
          <a:off x="6014747" y="963028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8AFFB-8ACA-4ACE-8D7A-54EBA15F8724}">
      <dsp:nvSpPr>
        <dsp:cNvPr id="0" name=""/>
        <dsp:cNvSpPr/>
      </dsp:nvSpPr>
      <dsp:spPr>
        <a:xfrm>
          <a:off x="5415132" y="2308309"/>
          <a:ext cx="2180418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Para ello, se integran herramientas de código abierto como </a:t>
          </a:r>
          <a:r>
            <a:rPr lang="es-ES" sz="1100" b="1" kern="1200" dirty="0"/>
            <a:t>Nmap</a:t>
          </a:r>
          <a:r>
            <a:rPr lang="es-ES" sz="1100" kern="1200" dirty="0"/>
            <a:t> para la detección de IP y MAC, y </a:t>
          </a:r>
          <a:r>
            <a:rPr lang="es-ES" sz="1100" b="1" kern="1200" dirty="0"/>
            <a:t>Pi-</a:t>
          </a:r>
          <a:r>
            <a:rPr lang="es-ES" sz="1100" b="1" kern="1200" dirty="0" err="1"/>
            <a:t>hole</a:t>
          </a:r>
          <a:r>
            <a:rPr lang="es-ES" sz="1100" kern="1200" dirty="0"/>
            <a:t> para el registro de consultas DNS, dando como resultado una plataforma web que entrega </a:t>
          </a:r>
          <a:r>
            <a:rPr lang="es-ES" sz="1100" b="1" kern="1200" dirty="0"/>
            <a:t>trazabilidad, seguridad y análisis en tiempo real</a:t>
          </a:r>
          <a:r>
            <a:rPr lang="es-ES" sz="1100" kern="1200" dirty="0"/>
            <a:t>.</a:t>
          </a:r>
          <a:endParaRPr lang="en-US" sz="1100" kern="1200" dirty="0"/>
        </a:p>
      </dsp:txBody>
      <dsp:txXfrm>
        <a:off x="5415132" y="2308309"/>
        <a:ext cx="2180418" cy="108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B38AF-9ED5-46FF-8192-FBF37B871002}">
      <dsp:nvSpPr>
        <dsp:cNvPr id="0" name=""/>
        <dsp:cNvSpPr/>
      </dsp:nvSpPr>
      <dsp:spPr>
        <a:xfrm>
          <a:off x="2001533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68A37B7-8A7D-44D1-ABAC-17962CF773C1}">
      <dsp:nvSpPr>
        <dsp:cNvPr id="0" name=""/>
        <dsp:cNvSpPr/>
      </dsp:nvSpPr>
      <dsp:spPr>
        <a:xfrm>
          <a:off x="2399849" y="398316"/>
          <a:ext cx="1635193" cy="163519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En muchas redes domésticas, empresariales y educativas no existe un control efectivo sobre los dispositivos conectados.</a:t>
          </a:r>
          <a:endParaRPr lang="en-US" sz="1100" b="1" kern="1200" dirty="0"/>
        </a:p>
      </dsp:txBody>
      <dsp:txXfrm>
        <a:off x="2479673" y="478140"/>
        <a:ext cx="1475545" cy="1475545"/>
      </dsp:txXfrm>
    </dsp:sp>
    <dsp:sp modelId="{A8FCE1F5-D0F3-42C6-B789-57CF7B05B15F}">
      <dsp:nvSpPr>
        <dsp:cNvPr id="0" name=""/>
        <dsp:cNvSpPr/>
      </dsp:nvSpPr>
      <dsp:spPr>
        <a:xfrm>
          <a:off x="4160827" y="398316"/>
          <a:ext cx="1635193" cy="1635193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Esto provoca conflictos de IP, uso no autorizado del ancho de banda, falta de trazabilidad y riesgos de seguridad</a:t>
          </a:r>
          <a:r>
            <a:rPr lang="es-ES" sz="1100" kern="1200" dirty="0"/>
            <a:t>.</a:t>
          </a:r>
          <a:endParaRPr lang="en-US" sz="1100" kern="1200" dirty="0"/>
        </a:p>
      </dsp:txBody>
      <dsp:txXfrm>
        <a:off x="4240651" y="478140"/>
        <a:ext cx="1475545" cy="1475545"/>
      </dsp:txXfrm>
    </dsp:sp>
    <dsp:sp modelId="{2DB1C759-BF50-4CF6-B836-5CD57EAEE3F8}">
      <dsp:nvSpPr>
        <dsp:cNvPr id="0" name=""/>
        <dsp:cNvSpPr/>
      </dsp:nvSpPr>
      <dsp:spPr>
        <a:xfrm>
          <a:off x="2399849" y="2159294"/>
          <a:ext cx="1635193" cy="163519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Los administradores suelen desconocer cuántos equipos están activos y qué dominios están siendo consultados</a:t>
          </a:r>
          <a:r>
            <a:rPr lang="es-ES" sz="1100" kern="1200" dirty="0"/>
            <a:t>.</a:t>
          </a:r>
          <a:endParaRPr lang="en-US" sz="1100" kern="1200" dirty="0"/>
        </a:p>
      </dsp:txBody>
      <dsp:txXfrm>
        <a:off x="2479673" y="2239118"/>
        <a:ext cx="1475545" cy="1475545"/>
      </dsp:txXfrm>
    </dsp:sp>
    <dsp:sp modelId="{C57D7B11-F69E-478F-B322-B02ACB4AA094}">
      <dsp:nvSpPr>
        <dsp:cNvPr id="0" name=""/>
        <dsp:cNvSpPr/>
      </dsp:nvSpPr>
      <dsp:spPr>
        <a:xfrm>
          <a:off x="4160827" y="2159294"/>
          <a:ext cx="1635193" cy="163519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El problema central es la ausencia de una herramienta unificada que permita identificar, registrar y monitorear la actividad de la red de forma sencilla, precisa y accesible.</a:t>
          </a:r>
          <a:endParaRPr lang="en-US" sz="1100" b="1" kern="1200" dirty="0"/>
        </a:p>
      </dsp:txBody>
      <dsp:txXfrm>
        <a:off x="4240651" y="2239118"/>
        <a:ext cx="1475545" cy="1475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6E7827-8C85-419B-B413-0655A85F671E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El sistema está orientado a distintos perfiles dentro de una red local, permitiendo un acceso controlado según el nivel de responsabilidad.</a:t>
          </a:r>
          <a:endParaRPr lang="en-US" sz="1400" b="1" kern="1200" dirty="0"/>
        </a:p>
      </dsp:txBody>
      <dsp:txXfrm>
        <a:off x="0" y="431616"/>
        <a:ext cx="2561209" cy="1536725"/>
      </dsp:txXfrm>
    </dsp:sp>
    <dsp:sp modelId="{F0C67904-52B7-4A04-A2B7-FDBEAAD33213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Administrador de Red: configura el sistema, gestiona usuarios y ejecuta escaneos automáticos con Nmap.</a:t>
          </a:r>
          <a:endParaRPr lang="en-US" sz="1400" b="1" kern="1200" dirty="0"/>
        </a:p>
      </dsp:txBody>
      <dsp:txXfrm>
        <a:off x="2817330" y="431616"/>
        <a:ext cx="2561209" cy="1536725"/>
      </dsp:txXfrm>
    </dsp:sp>
    <dsp:sp modelId="{94BA1AB7-444E-442A-B679-FE64E8CC5EF4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Operador Técnico: monitorea dispositivos activos y consultas DNS mediante el </a:t>
          </a:r>
          <a:r>
            <a:rPr lang="es-ES" sz="1400" b="0" kern="1200" dirty="0" err="1"/>
            <a:t>dashboard</a:t>
          </a:r>
          <a:r>
            <a:rPr lang="es-ES" sz="1400" b="0" kern="1200" dirty="0"/>
            <a:t>.</a:t>
          </a:r>
          <a:endParaRPr lang="en-US" sz="1400" b="0" kern="1200" dirty="0"/>
        </a:p>
      </dsp:txBody>
      <dsp:txXfrm>
        <a:off x="5634661" y="431616"/>
        <a:ext cx="2561209" cy="1536725"/>
      </dsp:txXfrm>
    </dsp:sp>
    <dsp:sp modelId="{AAF9F2A1-2684-4A0D-9338-3E3ED6E62155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Auditor / Lector: accede solo a visualización de métricas e historiales para tareas de supervisión.</a:t>
          </a:r>
          <a:endParaRPr lang="en-US" sz="1400" b="0" kern="1200" dirty="0"/>
        </a:p>
      </dsp:txBody>
      <dsp:txXfrm>
        <a:off x="1408665" y="2224462"/>
        <a:ext cx="2561209" cy="1536725"/>
      </dsp:txXfrm>
    </dsp:sp>
    <dsp:sp modelId="{3786DECD-5352-4CEC-8947-12BE5CBD1E58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El sistema beneficia a administradores de red, instituciones educativas, pequeñas empresas y entornos domésticos que requieren mayor control y trazabilidad.</a:t>
          </a:r>
          <a:endParaRPr lang="en-US" sz="1400" b="1" kern="1200" dirty="0"/>
        </a:p>
      </dsp:txBody>
      <dsp:txXfrm>
        <a:off x="4225995" y="2224462"/>
        <a:ext cx="2561209" cy="15367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EC874-7817-4981-80CB-91F8FEECA652}">
      <dsp:nvSpPr>
        <dsp:cNvPr id="0" name=""/>
        <dsp:cNvSpPr/>
      </dsp:nvSpPr>
      <dsp:spPr>
        <a:xfrm>
          <a:off x="0" y="0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37528C2-8B43-4A90-9AD0-8D87867C1885}">
      <dsp:nvSpPr>
        <dsp:cNvPr id="0" name=""/>
        <dsp:cNvSpPr/>
      </dsp:nvSpPr>
      <dsp:spPr>
        <a:xfrm>
          <a:off x="54297" y="43059"/>
          <a:ext cx="98819" cy="987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550C357-5922-4888-83F2-8116AA172146}">
      <dsp:nvSpPr>
        <dsp:cNvPr id="0" name=""/>
        <dsp:cNvSpPr/>
      </dsp:nvSpPr>
      <dsp:spPr>
        <a:xfrm>
          <a:off x="207414" y="2673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Objetivo General</a:t>
          </a:r>
          <a:br>
            <a:rPr lang="es-ES" sz="1400" b="1" kern="1200" dirty="0"/>
          </a:br>
          <a:r>
            <a:rPr lang="es-ES" sz="1400" b="1" kern="1200" dirty="0"/>
            <a:t> Desarrollar un sistema web que integre Nmap y Pi-</a:t>
          </a:r>
          <a:r>
            <a:rPr lang="es-ES" sz="1400" b="1" kern="1200" dirty="0" err="1"/>
            <a:t>hole</a:t>
          </a:r>
          <a:r>
            <a:rPr lang="es-ES" sz="1400" b="1" kern="1200" dirty="0"/>
            <a:t> para monitorear y administrar dispositivos y consultas DNS en una red local, mejorando la seguridad, trazabilidad y eficiencia mediante software libre.</a:t>
          </a:r>
          <a:endParaRPr lang="en-US" sz="1400" b="1" kern="1200" dirty="0"/>
        </a:p>
      </dsp:txBody>
      <dsp:txXfrm>
        <a:off x="207414" y="2673"/>
        <a:ext cx="7918429" cy="448740"/>
      </dsp:txXfrm>
    </dsp:sp>
    <dsp:sp modelId="{28BDC99B-C123-4E6B-B008-B68E05EFD70F}">
      <dsp:nvSpPr>
        <dsp:cNvPr id="0" name=""/>
        <dsp:cNvSpPr/>
      </dsp:nvSpPr>
      <dsp:spPr>
        <a:xfrm>
          <a:off x="0" y="698511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20141B1-6244-46AC-8D5D-B140B9D24002}">
      <dsp:nvSpPr>
        <dsp:cNvPr id="0" name=""/>
        <dsp:cNvSpPr/>
      </dsp:nvSpPr>
      <dsp:spPr>
        <a:xfrm>
          <a:off x="54297" y="603985"/>
          <a:ext cx="98819" cy="987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20594A9-59C8-49DD-A6A3-D6B3B57E144F}">
      <dsp:nvSpPr>
        <dsp:cNvPr id="0" name=""/>
        <dsp:cNvSpPr/>
      </dsp:nvSpPr>
      <dsp:spPr>
        <a:xfrm>
          <a:off x="326864" y="563598"/>
          <a:ext cx="7679530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Objetivos Específicos</a:t>
          </a:r>
          <a:endParaRPr lang="en-US" sz="1400" b="1" kern="1200" dirty="0"/>
        </a:p>
      </dsp:txBody>
      <dsp:txXfrm>
        <a:off x="326864" y="563598"/>
        <a:ext cx="7679530" cy="448740"/>
      </dsp:txXfrm>
    </dsp:sp>
    <dsp:sp modelId="{50434077-5040-44D6-AF40-9D510C4DBE29}">
      <dsp:nvSpPr>
        <dsp:cNvPr id="0" name=""/>
        <dsp:cNvSpPr/>
      </dsp:nvSpPr>
      <dsp:spPr>
        <a:xfrm>
          <a:off x="0" y="1204763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9CF0751-7EB5-4476-84C6-3D82ED9A2B41}">
      <dsp:nvSpPr>
        <dsp:cNvPr id="0" name=""/>
        <dsp:cNvSpPr/>
      </dsp:nvSpPr>
      <dsp:spPr>
        <a:xfrm>
          <a:off x="54297" y="1164910"/>
          <a:ext cx="98819" cy="987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0DBC9C8-EFC1-4E5A-9B65-B8271EAFE94B}">
      <dsp:nvSpPr>
        <dsp:cNvPr id="0" name=""/>
        <dsp:cNvSpPr/>
      </dsp:nvSpPr>
      <dsp:spPr>
        <a:xfrm>
          <a:off x="207414" y="1124523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Automatizar la detección de IP y direcciones MAC con Nmap.</a:t>
          </a:r>
          <a:endParaRPr lang="en-US" sz="1400" b="1" kern="1200" dirty="0"/>
        </a:p>
      </dsp:txBody>
      <dsp:txXfrm>
        <a:off x="207414" y="1124523"/>
        <a:ext cx="7918429" cy="448740"/>
      </dsp:txXfrm>
    </dsp:sp>
    <dsp:sp modelId="{5241228C-5399-45F3-9428-66A67B508535}">
      <dsp:nvSpPr>
        <dsp:cNvPr id="0" name=""/>
        <dsp:cNvSpPr/>
      </dsp:nvSpPr>
      <dsp:spPr>
        <a:xfrm>
          <a:off x="0" y="1790380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8A620E9-606B-4F74-ABF7-D8F82C431C17}">
      <dsp:nvSpPr>
        <dsp:cNvPr id="0" name=""/>
        <dsp:cNvSpPr/>
      </dsp:nvSpPr>
      <dsp:spPr>
        <a:xfrm>
          <a:off x="54297" y="1725835"/>
          <a:ext cx="98819" cy="987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D3A235E-E4B4-437C-81BA-1A15B9E8A5EF}">
      <dsp:nvSpPr>
        <dsp:cNvPr id="0" name=""/>
        <dsp:cNvSpPr/>
      </dsp:nvSpPr>
      <dsp:spPr>
        <a:xfrm>
          <a:off x="207414" y="1685449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Registrar y correlacionar consultas DNS por dispositivo.</a:t>
          </a:r>
          <a:endParaRPr lang="en-US" sz="1400" b="1" kern="1200" dirty="0"/>
        </a:p>
      </dsp:txBody>
      <dsp:txXfrm>
        <a:off x="207414" y="1685449"/>
        <a:ext cx="7918429" cy="448740"/>
      </dsp:txXfrm>
    </dsp:sp>
    <dsp:sp modelId="{57B8152D-C5F6-4068-BFAB-0B1C9B3F8BF6}">
      <dsp:nvSpPr>
        <dsp:cNvPr id="0" name=""/>
        <dsp:cNvSpPr/>
      </dsp:nvSpPr>
      <dsp:spPr>
        <a:xfrm>
          <a:off x="0" y="2411266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722C769-4B2C-4B1E-83CA-CB908DCF4AD4}">
      <dsp:nvSpPr>
        <dsp:cNvPr id="0" name=""/>
        <dsp:cNvSpPr/>
      </dsp:nvSpPr>
      <dsp:spPr>
        <a:xfrm>
          <a:off x="54297" y="2286761"/>
          <a:ext cx="98819" cy="987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AB9BCB-E383-4F67-8432-56AC9F8F9616}">
      <dsp:nvSpPr>
        <dsp:cNvPr id="0" name=""/>
        <dsp:cNvSpPr/>
      </dsp:nvSpPr>
      <dsp:spPr>
        <a:xfrm>
          <a:off x="207414" y="2246374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Implementar un dashboard con información en tiempo real.</a:t>
          </a:r>
          <a:endParaRPr lang="en-US" sz="1400" b="1" kern="1200"/>
        </a:p>
      </dsp:txBody>
      <dsp:txXfrm>
        <a:off x="207414" y="2246374"/>
        <a:ext cx="7918429" cy="448740"/>
      </dsp:txXfrm>
    </dsp:sp>
    <dsp:sp modelId="{FBEA805F-865E-4DEB-8304-3D239E470F24}">
      <dsp:nvSpPr>
        <dsp:cNvPr id="0" name=""/>
        <dsp:cNvSpPr/>
      </dsp:nvSpPr>
      <dsp:spPr>
        <a:xfrm>
          <a:off x="0" y="2942210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09EA099-5BE2-4F20-8641-342AF852320A}">
      <dsp:nvSpPr>
        <dsp:cNvPr id="0" name=""/>
        <dsp:cNvSpPr/>
      </dsp:nvSpPr>
      <dsp:spPr>
        <a:xfrm>
          <a:off x="54297" y="2847686"/>
          <a:ext cx="98819" cy="9872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AB5AB34-15F6-4C7D-AA97-974FAA469DCC}">
      <dsp:nvSpPr>
        <dsp:cNvPr id="0" name=""/>
        <dsp:cNvSpPr/>
      </dsp:nvSpPr>
      <dsp:spPr>
        <a:xfrm>
          <a:off x="207414" y="2807299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Optimizar la base de datos para mayor rendimiento.</a:t>
          </a:r>
          <a:endParaRPr lang="en-US" sz="1400" b="1" kern="1200"/>
        </a:p>
      </dsp:txBody>
      <dsp:txXfrm>
        <a:off x="207414" y="2807299"/>
        <a:ext cx="7918429" cy="448740"/>
      </dsp:txXfrm>
    </dsp:sp>
    <dsp:sp modelId="{97F85B48-1349-46E5-9843-23A2BCE82B1F}">
      <dsp:nvSpPr>
        <dsp:cNvPr id="0" name=""/>
        <dsp:cNvSpPr/>
      </dsp:nvSpPr>
      <dsp:spPr>
        <a:xfrm>
          <a:off x="0" y="3518126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E6753D4-E919-4400-B534-C8D66C467DBC}">
      <dsp:nvSpPr>
        <dsp:cNvPr id="0" name=""/>
        <dsp:cNvSpPr/>
      </dsp:nvSpPr>
      <dsp:spPr>
        <a:xfrm>
          <a:off x="54297" y="3408611"/>
          <a:ext cx="98819" cy="9872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442D1AC-3AF4-4CD4-9DCB-33B5B15C0B20}">
      <dsp:nvSpPr>
        <dsp:cNvPr id="0" name=""/>
        <dsp:cNvSpPr/>
      </dsp:nvSpPr>
      <dsp:spPr>
        <a:xfrm>
          <a:off x="207414" y="3368225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Validar el sistema mediante pruebas técnicas y métricas de desempeño.</a:t>
          </a:r>
          <a:endParaRPr lang="en-US" sz="1400" b="1" kern="1200"/>
        </a:p>
      </dsp:txBody>
      <dsp:txXfrm>
        <a:off x="207414" y="3368225"/>
        <a:ext cx="7918429" cy="448740"/>
      </dsp:txXfrm>
    </dsp:sp>
    <dsp:sp modelId="{825E143E-28B3-42B4-9460-E466BFB81357}">
      <dsp:nvSpPr>
        <dsp:cNvPr id="0" name=""/>
        <dsp:cNvSpPr/>
      </dsp:nvSpPr>
      <dsp:spPr>
        <a:xfrm>
          <a:off x="0" y="4064061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136A06B-4C4D-462A-A959-A329698E11D1}">
      <dsp:nvSpPr>
        <dsp:cNvPr id="0" name=""/>
        <dsp:cNvSpPr/>
      </dsp:nvSpPr>
      <dsp:spPr>
        <a:xfrm>
          <a:off x="54297" y="3969537"/>
          <a:ext cx="98819" cy="9872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0E28292-787F-4C01-B5AC-711D81CDAE4B}">
      <dsp:nvSpPr>
        <dsp:cNvPr id="0" name=""/>
        <dsp:cNvSpPr/>
      </dsp:nvSpPr>
      <dsp:spPr>
        <a:xfrm>
          <a:off x="207414" y="3929150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i="1" kern="1200"/>
            <a:t>(Objetivos formulados bajo criterios SMART)</a:t>
          </a:r>
          <a:endParaRPr lang="en-US" sz="1400" b="1" kern="1200"/>
        </a:p>
      </dsp:txBody>
      <dsp:txXfrm>
        <a:off x="207414" y="3929150"/>
        <a:ext cx="7918429" cy="4487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7D80D-63E1-4E15-B236-A4026D0BE7BE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El sistema fue desarrollado en entorno XAMPP utilizando Visual Studio </a:t>
          </a:r>
          <a:r>
            <a:rPr lang="es-ES" sz="1600" b="1" kern="1200" dirty="0" err="1"/>
            <a:t>Code</a:t>
          </a:r>
          <a:r>
            <a:rPr lang="es-ES" sz="1600" b="1" kern="1200" dirty="0"/>
            <a:t> como editor principal.</a:t>
          </a:r>
          <a:br>
            <a:rPr lang="es-ES" sz="1600" b="1" kern="1200" dirty="0"/>
          </a:br>
          <a:r>
            <a:rPr lang="es-ES" sz="1600" b="1" kern="1200" dirty="0"/>
            <a:t> Se emplearon:</a:t>
          </a:r>
          <a:endParaRPr lang="en-US" sz="1600" b="1" kern="1200" dirty="0"/>
        </a:p>
      </dsp:txBody>
      <dsp:txXfrm>
        <a:off x="0" y="431616"/>
        <a:ext cx="2561209" cy="1536725"/>
      </dsp:txXfrm>
    </dsp:sp>
    <dsp:sp modelId="{514B527A-1305-405F-B87D-AD06720175AE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PHP + MySQL para </a:t>
          </a:r>
          <a:r>
            <a:rPr lang="es-ES" sz="1600" b="1" kern="1200" dirty="0" err="1"/>
            <a:t>backend</a:t>
          </a:r>
          <a:r>
            <a:rPr lang="es-ES" sz="1600" b="1" kern="1200" dirty="0"/>
            <a:t>.</a:t>
          </a:r>
          <a:endParaRPr lang="en-US" sz="1600" b="1" kern="1200" dirty="0"/>
        </a:p>
      </dsp:txBody>
      <dsp:txXfrm>
        <a:off x="2817330" y="431616"/>
        <a:ext cx="2561209" cy="1536725"/>
      </dsp:txXfrm>
    </dsp:sp>
    <dsp:sp modelId="{338F0A50-D71F-4048-BDF6-C6DFDF6AB760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Visual Studio </a:t>
          </a:r>
          <a:r>
            <a:rPr lang="es-ES" sz="1600" b="1" kern="1200" dirty="0" err="1"/>
            <a:t>Code</a:t>
          </a:r>
          <a:r>
            <a:rPr lang="es-ES" sz="1600" b="1" kern="1200" dirty="0"/>
            <a:t> + HTML, CSS y JavaScript para </a:t>
          </a:r>
          <a:r>
            <a:rPr lang="es-ES" sz="1600" b="1" kern="1200" dirty="0" err="1"/>
            <a:t>frontend</a:t>
          </a:r>
          <a:r>
            <a:rPr lang="es-ES" sz="1600" b="1" kern="1200" dirty="0"/>
            <a:t>.</a:t>
          </a:r>
          <a:endParaRPr lang="en-US" sz="1600" b="1" kern="1200" dirty="0"/>
        </a:p>
      </dsp:txBody>
      <dsp:txXfrm>
        <a:off x="5634661" y="431616"/>
        <a:ext cx="2561209" cy="1536725"/>
      </dsp:txXfrm>
    </dsp:sp>
    <dsp:sp modelId="{C68D5599-512E-4E41-9E90-E1DFA60DAEB9}">
      <dsp:nvSpPr>
        <dsp:cNvPr id="0" name=""/>
        <dsp:cNvSpPr/>
      </dsp:nvSpPr>
      <dsp:spPr>
        <a:xfrm>
          <a:off x="0" y="2224462"/>
          <a:ext cx="2561209" cy="153672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Nmap para detección de IP/MAC.</a:t>
          </a:r>
          <a:endParaRPr lang="en-US" sz="1600" b="1" kern="1200" dirty="0"/>
        </a:p>
      </dsp:txBody>
      <dsp:txXfrm>
        <a:off x="0" y="2224462"/>
        <a:ext cx="2561209" cy="1536725"/>
      </dsp:txXfrm>
    </dsp:sp>
    <dsp:sp modelId="{87E59E8D-78CA-4D3E-AF6A-1B3CD92EEEC5}">
      <dsp:nvSpPr>
        <dsp:cNvPr id="0" name=""/>
        <dsp:cNvSpPr/>
      </dsp:nvSpPr>
      <dsp:spPr>
        <a:xfrm>
          <a:off x="2817330" y="2224462"/>
          <a:ext cx="2561209" cy="153672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Pi-</a:t>
          </a:r>
          <a:r>
            <a:rPr lang="es-ES" sz="1600" b="1" kern="1200" dirty="0" err="1"/>
            <a:t>hole</a:t>
          </a:r>
          <a:r>
            <a:rPr lang="es-ES" sz="1600" b="1" kern="1200" dirty="0"/>
            <a:t> para registrar consultas DNS.</a:t>
          </a:r>
          <a:endParaRPr lang="en-US" sz="1600" b="1" kern="1200" dirty="0"/>
        </a:p>
      </dsp:txBody>
      <dsp:txXfrm>
        <a:off x="2817330" y="2224462"/>
        <a:ext cx="2561209" cy="1536725"/>
      </dsp:txXfrm>
    </dsp:sp>
    <dsp:sp modelId="{8F7372DA-37E4-438F-83BA-F6E6084711F6}">
      <dsp:nvSpPr>
        <dsp:cNvPr id="0" name=""/>
        <dsp:cNvSpPr/>
      </dsp:nvSpPr>
      <dsp:spPr>
        <a:xfrm>
          <a:off x="5634661" y="2224462"/>
          <a:ext cx="2561209" cy="15367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GitHub para control de versiones y Docker para pruebas de despliegue.</a:t>
          </a:r>
          <a:endParaRPr lang="en-US" sz="1600" b="1" kern="1200" dirty="0"/>
        </a:p>
      </dsp:txBody>
      <dsp:txXfrm>
        <a:off x="5634661" y="2224462"/>
        <a:ext cx="2561209" cy="15367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C8AD3-7BB2-4779-9C41-21CF371A211E}">
      <dsp:nvSpPr>
        <dsp:cNvPr id="0" name=""/>
        <dsp:cNvSpPr/>
      </dsp:nvSpPr>
      <dsp:spPr>
        <a:xfrm>
          <a:off x="0" y="32252"/>
          <a:ext cx="8195871" cy="13127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b="1" kern="1200" dirty="0"/>
            <a:t>Arquitectura en tres capas: presentación, lógica y datos</a:t>
          </a:r>
          <a:endParaRPr lang="en-US" sz="3300" b="1" kern="1200" dirty="0"/>
        </a:p>
      </dsp:txBody>
      <dsp:txXfrm>
        <a:off x="64083" y="96335"/>
        <a:ext cx="8067705" cy="1184574"/>
      </dsp:txXfrm>
    </dsp:sp>
    <dsp:sp modelId="{C5A8A335-38BF-4B66-8268-AA1950ABE77E}">
      <dsp:nvSpPr>
        <dsp:cNvPr id="0" name=""/>
        <dsp:cNvSpPr/>
      </dsp:nvSpPr>
      <dsp:spPr>
        <a:xfrm>
          <a:off x="0" y="1440032"/>
          <a:ext cx="8195871" cy="131274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50000"/>
                <a:satMod val="300000"/>
              </a:schemeClr>
            </a:gs>
            <a:gs pos="35000">
              <a:schemeClr val="accent2">
                <a:hueOff val="2340759"/>
                <a:satOff val="-2919"/>
                <a:lumOff val="686"/>
                <a:alphaOff val="0"/>
                <a:tint val="37000"/>
                <a:satMod val="30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b="1" kern="1200" dirty="0"/>
            <a:t>Integración de Nmap y Pi-</a:t>
          </a:r>
          <a:r>
            <a:rPr lang="es-ES" sz="3300" b="1" kern="1200" dirty="0" err="1"/>
            <a:t>hole</a:t>
          </a:r>
          <a:r>
            <a:rPr lang="es-ES" sz="3300" b="1" kern="1200" dirty="0"/>
            <a:t> mediante scripts en PHP</a:t>
          </a:r>
          <a:endParaRPr lang="en-US" sz="3300" b="1" kern="1200" dirty="0"/>
        </a:p>
      </dsp:txBody>
      <dsp:txXfrm>
        <a:off x="64083" y="1504115"/>
        <a:ext cx="8067705" cy="1184574"/>
      </dsp:txXfrm>
    </dsp:sp>
    <dsp:sp modelId="{5E64052A-1CD4-439E-B533-9C60195D7A59}">
      <dsp:nvSpPr>
        <dsp:cNvPr id="0" name=""/>
        <dsp:cNvSpPr/>
      </dsp:nvSpPr>
      <dsp:spPr>
        <a:xfrm>
          <a:off x="0" y="2847812"/>
          <a:ext cx="8195871" cy="13127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50000"/>
                <a:satMod val="300000"/>
              </a:schemeClr>
            </a:gs>
            <a:gs pos="35000">
              <a:schemeClr val="accent2">
                <a:hueOff val="4681519"/>
                <a:satOff val="-5839"/>
                <a:lumOff val="1373"/>
                <a:alphaOff val="0"/>
                <a:tint val="37000"/>
                <a:satMod val="30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b="1" kern="1200" dirty="0"/>
            <a:t>Almacenamiento y visualización en MySQL a través del </a:t>
          </a:r>
          <a:r>
            <a:rPr lang="es-ES" sz="3300" b="1" kern="1200" dirty="0" err="1"/>
            <a:t>dashboard</a:t>
          </a:r>
          <a:endParaRPr lang="en-US" sz="3300" b="1" kern="1200" dirty="0"/>
        </a:p>
      </dsp:txBody>
      <dsp:txXfrm>
        <a:off x="64083" y="2911895"/>
        <a:ext cx="8067705" cy="11845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DF302C-7FCC-4652-A88B-820E0E4DA615}">
      <dsp:nvSpPr>
        <dsp:cNvPr id="0" name=""/>
        <dsp:cNvSpPr/>
      </dsp:nvSpPr>
      <dsp:spPr>
        <a:xfrm>
          <a:off x="0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E326A-A937-43B5-99EF-0C1F8B890437}">
      <dsp:nvSpPr>
        <dsp:cNvPr id="0" name=""/>
        <dsp:cNvSpPr/>
      </dsp:nvSpPr>
      <dsp:spPr>
        <a:xfrm>
          <a:off x="256120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Nmap escanea la red y detecta IP y direcciones MAC</a:t>
          </a:r>
          <a:endParaRPr lang="en-US" sz="2100" kern="1200"/>
        </a:p>
      </dsp:txBody>
      <dsp:txXfrm>
        <a:off x="298991" y="1529065"/>
        <a:ext cx="2219346" cy="1377989"/>
      </dsp:txXfrm>
    </dsp:sp>
    <dsp:sp modelId="{C7028EFE-F30F-4D56-A7F1-0D9CE0D70852}">
      <dsp:nvSpPr>
        <dsp:cNvPr id="0" name=""/>
        <dsp:cNvSpPr/>
      </dsp:nvSpPr>
      <dsp:spPr>
        <a:xfrm>
          <a:off x="2817330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4D350-517F-413D-BC04-A76B71F36536}">
      <dsp:nvSpPr>
        <dsp:cNvPr id="0" name=""/>
        <dsp:cNvSpPr/>
      </dsp:nvSpPr>
      <dsp:spPr>
        <a:xfrm>
          <a:off x="3073451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Pi-hole registra las consultas DNS de los dispositivos</a:t>
          </a:r>
          <a:endParaRPr lang="en-US" sz="2100" kern="1200"/>
        </a:p>
      </dsp:txBody>
      <dsp:txXfrm>
        <a:off x="3116322" y="1529065"/>
        <a:ext cx="2219346" cy="1377989"/>
      </dsp:txXfrm>
    </dsp:sp>
    <dsp:sp modelId="{156B84BB-5E17-40C3-8C75-B9055E1F1670}">
      <dsp:nvSpPr>
        <dsp:cNvPr id="0" name=""/>
        <dsp:cNvSpPr/>
      </dsp:nvSpPr>
      <dsp:spPr>
        <a:xfrm>
          <a:off x="5634661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13391-1739-4A5B-8341-B4F3488605FD}">
      <dsp:nvSpPr>
        <dsp:cNvPr id="0" name=""/>
        <dsp:cNvSpPr/>
      </dsp:nvSpPr>
      <dsp:spPr>
        <a:xfrm>
          <a:off x="5890782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El dashboard unifica y visualiza la información almacenada</a:t>
          </a:r>
          <a:endParaRPr lang="en-US" sz="2100" kern="1200"/>
        </a:p>
      </dsp:txBody>
      <dsp:txXfrm>
        <a:off x="5933653" y="1529065"/>
        <a:ext cx="2219346" cy="13779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3AF73-4B57-407D-BB3D-A09B25713F77}">
      <dsp:nvSpPr>
        <dsp:cNvPr id="0" name=""/>
        <dsp:cNvSpPr/>
      </dsp:nvSpPr>
      <dsp:spPr>
        <a:xfrm>
          <a:off x="749153" y="3413"/>
          <a:ext cx="2092988" cy="125579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📊 </a:t>
          </a:r>
          <a:r>
            <a:rPr lang="es-ES" sz="2100" b="1" kern="1200"/>
            <a:t>Dashboard</a:t>
          </a:r>
          <a:endParaRPr lang="en-US" sz="2100" kern="1200"/>
        </a:p>
      </dsp:txBody>
      <dsp:txXfrm>
        <a:off x="749153" y="3413"/>
        <a:ext cx="2092988" cy="1255793"/>
      </dsp:txXfrm>
    </dsp:sp>
    <dsp:sp modelId="{63BB6328-E536-43A9-983D-4F644FA5530A}">
      <dsp:nvSpPr>
        <dsp:cNvPr id="0" name=""/>
        <dsp:cNvSpPr/>
      </dsp:nvSpPr>
      <dsp:spPr>
        <a:xfrm>
          <a:off x="3051441" y="3413"/>
          <a:ext cx="2092988" cy="125579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Identificación de dispositivos activos</a:t>
          </a:r>
          <a:endParaRPr lang="en-US" sz="2100" kern="1200"/>
        </a:p>
      </dsp:txBody>
      <dsp:txXfrm>
        <a:off x="3051441" y="3413"/>
        <a:ext cx="2092988" cy="1255793"/>
      </dsp:txXfrm>
    </dsp:sp>
    <dsp:sp modelId="{E19B741C-597A-4403-85FF-93B47E37C96E}">
      <dsp:nvSpPr>
        <dsp:cNvPr id="0" name=""/>
        <dsp:cNvSpPr/>
      </dsp:nvSpPr>
      <dsp:spPr>
        <a:xfrm>
          <a:off x="5353728" y="3413"/>
          <a:ext cx="2092988" cy="125579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Detección de picos de tráfico</a:t>
          </a:r>
          <a:endParaRPr lang="en-US" sz="2100" kern="1200"/>
        </a:p>
      </dsp:txBody>
      <dsp:txXfrm>
        <a:off x="5353728" y="3413"/>
        <a:ext cx="2092988" cy="1255793"/>
      </dsp:txXfrm>
    </dsp:sp>
    <dsp:sp modelId="{4DCAD12D-3854-480C-BAEA-424DDB16B548}">
      <dsp:nvSpPr>
        <dsp:cNvPr id="0" name=""/>
        <dsp:cNvSpPr/>
      </dsp:nvSpPr>
      <dsp:spPr>
        <a:xfrm>
          <a:off x="749153" y="1468505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🖥️ </a:t>
          </a:r>
          <a:r>
            <a:rPr lang="es-ES" sz="2100" b="1" kern="1200"/>
            <a:t>Monitoreo de dispositivos</a:t>
          </a:r>
          <a:endParaRPr lang="en-US" sz="2100" kern="1200"/>
        </a:p>
      </dsp:txBody>
      <dsp:txXfrm>
        <a:off x="749153" y="1468505"/>
        <a:ext cx="2092988" cy="1255793"/>
      </dsp:txXfrm>
    </dsp:sp>
    <dsp:sp modelId="{B061B90A-B691-4BAF-BF58-47D5AD3A9632}">
      <dsp:nvSpPr>
        <dsp:cNvPr id="0" name=""/>
        <dsp:cNvSpPr/>
      </dsp:nvSpPr>
      <dsp:spPr>
        <a:xfrm>
          <a:off x="3051441" y="1468505"/>
          <a:ext cx="2092988" cy="125579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Control de consumo por equipo</a:t>
          </a:r>
          <a:endParaRPr lang="en-US" sz="2100" kern="1200"/>
        </a:p>
      </dsp:txBody>
      <dsp:txXfrm>
        <a:off x="3051441" y="1468505"/>
        <a:ext cx="2092988" cy="1255793"/>
      </dsp:txXfrm>
    </dsp:sp>
    <dsp:sp modelId="{6B899729-2BB9-4FA4-AC0F-C7E559848E62}">
      <dsp:nvSpPr>
        <dsp:cNvPr id="0" name=""/>
        <dsp:cNvSpPr/>
      </dsp:nvSpPr>
      <dsp:spPr>
        <a:xfrm>
          <a:off x="5353728" y="1468505"/>
          <a:ext cx="2092988" cy="125579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Identificación de comportamientos anómalos</a:t>
          </a:r>
          <a:endParaRPr lang="en-US" sz="2100" kern="1200"/>
        </a:p>
      </dsp:txBody>
      <dsp:txXfrm>
        <a:off x="5353728" y="1468505"/>
        <a:ext cx="2092988" cy="1255793"/>
      </dsp:txXfrm>
    </dsp:sp>
    <dsp:sp modelId="{38DA15A1-44AE-44E0-9815-8D98206D9BFE}">
      <dsp:nvSpPr>
        <dsp:cNvPr id="0" name=""/>
        <dsp:cNvSpPr/>
      </dsp:nvSpPr>
      <dsp:spPr>
        <a:xfrm>
          <a:off x="749153" y="2933597"/>
          <a:ext cx="2092988" cy="125579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🌐 </a:t>
          </a:r>
          <a:r>
            <a:rPr lang="es-ES" sz="2100" b="1" kern="1200"/>
            <a:t>Consultas DNS</a:t>
          </a:r>
          <a:endParaRPr lang="en-US" sz="2100" kern="1200"/>
        </a:p>
      </dsp:txBody>
      <dsp:txXfrm>
        <a:off x="749153" y="2933597"/>
        <a:ext cx="2092988" cy="1255793"/>
      </dsp:txXfrm>
    </dsp:sp>
    <dsp:sp modelId="{4188FDA1-107E-4432-9094-E458B458934B}">
      <dsp:nvSpPr>
        <dsp:cNvPr id="0" name=""/>
        <dsp:cNvSpPr/>
      </dsp:nvSpPr>
      <dsp:spPr>
        <a:xfrm>
          <a:off x="3051441" y="2933597"/>
          <a:ext cx="2092988" cy="125579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Análisis de dominios consultados</a:t>
          </a:r>
          <a:endParaRPr lang="en-US" sz="2100" kern="1200"/>
        </a:p>
      </dsp:txBody>
      <dsp:txXfrm>
        <a:off x="3051441" y="2933597"/>
        <a:ext cx="2092988" cy="1255793"/>
      </dsp:txXfrm>
    </dsp:sp>
    <dsp:sp modelId="{7B93AFF8-89EA-441D-9BE5-675019BA8E07}">
      <dsp:nvSpPr>
        <dsp:cNvPr id="0" name=""/>
        <dsp:cNvSpPr/>
      </dsp:nvSpPr>
      <dsp:spPr>
        <a:xfrm>
          <a:off x="5353728" y="2933597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Refuerzo de seguridad de red</a:t>
          </a:r>
          <a:endParaRPr lang="en-US" sz="2100" kern="1200"/>
        </a:p>
      </dsp:txBody>
      <dsp:txXfrm>
        <a:off x="5353728" y="2933597"/>
        <a:ext cx="2092988" cy="125579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04816-11B1-4343-87B0-B4390BEC6627}">
      <dsp:nvSpPr>
        <dsp:cNvPr id="0" name=""/>
        <dsp:cNvSpPr/>
      </dsp:nvSpPr>
      <dsp:spPr>
        <a:xfrm>
          <a:off x="518185" y="541089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8702D-3F7E-47A7-8EBD-F359BBF43ED9}">
      <dsp:nvSpPr>
        <dsp:cNvPr id="0" name=""/>
        <dsp:cNvSpPr/>
      </dsp:nvSpPr>
      <dsp:spPr>
        <a:xfrm>
          <a:off x="832623" y="855527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D801A-9F06-4FC0-887F-8B1FDF9BC5FD}">
      <dsp:nvSpPr>
        <dsp:cNvPr id="0" name=""/>
        <dsp:cNvSpPr/>
      </dsp:nvSpPr>
      <dsp:spPr>
        <a:xfrm>
          <a:off x="46529" y="2476090"/>
          <a:ext cx="2418750" cy="117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b="1" kern="1200" dirty="0">
              <a:solidFill>
                <a:schemeClr val="tx1"/>
              </a:solidFill>
            </a:rPr>
            <a:t>El sistema está diseñado para funcionar en redes locales (LAN), tanto en entornos domésticos como institucionales</a:t>
          </a:r>
          <a:r>
            <a:rPr lang="es-MX" sz="1100" b="1" kern="1200" dirty="0">
              <a:solidFill>
                <a:schemeClr val="tx1"/>
              </a:solidFill>
            </a:rPr>
            <a:t>.</a:t>
          </a:r>
          <a:endParaRPr lang="en-US" sz="1100" b="1" kern="1200" dirty="0">
            <a:solidFill>
              <a:schemeClr val="tx1"/>
            </a:solidFill>
          </a:endParaRPr>
        </a:p>
      </dsp:txBody>
      <dsp:txXfrm>
        <a:off x="46529" y="2476090"/>
        <a:ext cx="2418750" cy="1175625"/>
      </dsp:txXfrm>
    </dsp:sp>
    <dsp:sp modelId="{BF538EA1-64EE-4F1F-A5D1-F1D69E22D9CB}">
      <dsp:nvSpPr>
        <dsp:cNvPr id="0" name=""/>
        <dsp:cNvSpPr/>
      </dsp:nvSpPr>
      <dsp:spPr>
        <a:xfrm>
          <a:off x="3360216" y="541089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283E6-F9B3-4CDA-8B5F-6939022C9A6B}">
      <dsp:nvSpPr>
        <dsp:cNvPr id="0" name=""/>
        <dsp:cNvSpPr/>
      </dsp:nvSpPr>
      <dsp:spPr>
        <a:xfrm>
          <a:off x="3674654" y="855527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70574-2C85-402E-82CE-C55144673ECF}">
      <dsp:nvSpPr>
        <dsp:cNvPr id="0" name=""/>
        <dsp:cNvSpPr/>
      </dsp:nvSpPr>
      <dsp:spPr>
        <a:xfrm>
          <a:off x="2879586" y="2456986"/>
          <a:ext cx="2418750" cy="117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b="1" kern="1200" dirty="0">
              <a:solidFill>
                <a:schemeClr val="tx1"/>
              </a:solidFill>
            </a:rPr>
            <a:t>Permite la detección y monitoreo de IP y MAC, el análisis de consultas DNS y la visualización de la información en un dashboard interactivo, con control de accesos por roles.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2879586" y="2456986"/>
        <a:ext cx="2418750" cy="1175625"/>
      </dsp:txXfrm>
    </dsp:sp>
    <dsp:sp modelId="{DC4ECD5A-92DA-4F13-A455-EFE64AAFEF56}">
      <dsp:nvSpPr>
        <dsp:cNvPr id="0" name=""/>
        <dsp:cNvSpPr/>
      </dsp:nvSpPr>
      <dsp:spPr>
        <a:xfrm>
          <a:off x="6202248" y="541089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C968E-BF7C-4889-8A18-758AC369D91C}">
      <dsp:nvSpPr>
        <dsp:cNvPr id="0" name=""/>
        <dsp:cNvSpPr/>
      </dsp:nvSpPr>
      <dsp:spPr>
        <a:xfrm>
          <a:off x="6516685" y="855527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985C1-5C07-41BD-A87C-8557604CA404}">
      <dsp:nvSpPr>
        <dsp:cNvPr id="0" name=""/>
        <dsp:cNvSpPr/>
      </dsp:nvSpPr>
      <dsp:spPr>
        <a:xfrm>
          <a:off x="5730591" y="2476090"/>
          <a:ext cx="2418750" cy="117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b="1" kern="1200" dirty="0">
              <a:solidFill>
                <a:schemeClr val="tx1"/>
              </a:solidFill>
            </a:rPr>
            <a:t>El proyecto no contempla redes WAN ni </a:t>
          </a:r>
          <a:r>
            <a:rPr lang="es-MX" sz="1200" b="1" kern="1200" dirty="0" err="1">
              <a:solidFill>
                <a:schemeClr val="tx1"/>
              </a:solidFill>
            </a:rPr>
            <a:t>IoT</a:t>
          </a:r>
          <a:r>
            <a:rPr lang="es-MX" sz="1200" b="1" kern="1200" dirty="0">
              <a:solidFill>
                <a:schemeClr val="tx1"/>
              </a:solidFill>
            </a:rPr>
            <a:t> masivo, manteniendo un enfoque local, modular y escalable.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5730591" y="2476090"/>
        <a:ext cx="2418750" cy="117562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60640-914F-47DA-8B27-2BD175AA27B4}">
      <dsp:nvSpPr>
        <dsp:cNvPr id="0" name=""/>
        <dsp:cNvSpPr/>
      </dsp:nvSpPr>
      <dsp:spPr>
        <a:xfrm>
          <a:off x="0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F8240A-8EFD-4349-8255-7A8B7E92D140}">
      <dsp:nvSpPr>
        <dsp:cNvPr id="0" name=""/>
        <dsp:cNvSpPr/>
      </dsp:nvSpPr>
      <dsp:spPr>
        <a:xfrm>
          <a:off x="256120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El modelo de datos fue diseñado para garantizar </a:t>
          </a:r>
          <a:r>
            <a:rPr lang="es-ES" sz="1500" b="1" kern="1200"/>
            <a:t>trazabilidad completa</a:t>
          </a:r>
          <a:r>
            <a:rPr lang="es-ES" sz="1500" kern="1200"/>
            <a:t> entre usuarios, dispositivos y registros DNS.</a:t>
          </a:r>
          <a:endParaRPr lang="en-US" sz="1500" kern="1200"/>
        </a:p>
      </dsp:txBody>
      <dsp:txXfrm>
        <a:off x="298991" y="1529065"/>
        <a:ext cx="2219346" cy="1377989"/>
      </dsp:txXfrm>
    </dsp:sp>
    <dsp:sp modelId="{AB039E6F-B6BC-422A-AB1E-2667A2054E06}">
      <dsp:nvSpPr>
        <dsp:cNvPr id="0" name=""/>
        <dsp:cNvSpPr/>
      </dsp:nvSpPr>
      <dsp:spPr>
        <a:xfrm>
          <a:off x="2817330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EAE8C-0E3C-43C6-A38E-43FCE4388C0A}">
      <dsp:nvSpPr>
        <dsp:cNvPr id="0" name=""/>
        <dsp:cNvSpPr/>
      </dsp:nvSpPr>
      <dsp:spPr>
        <a:xfrm>
          <a:off x="3073451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Relaciona entidades clave como </a:t>
          </a:r>
          <a:r>
            <a:rPr lang="es-ES" sz="1500" b="1" kern="1200"/>
            <a:t>usuario, rol, dispositivo, dns_logs y red</a:t>
          </a:r>
          <a:r>
            <a:rPr lang="es-ES" sz="1500" kern="1200"/>
            <a:t>, permitiendo controlar accesos y actividad de red.</a:t>
          </a:r>
          <a:endParaRPr lang="en-US" sz="1500" kern="1200"/>
        </a:p>
      </dsp:txBody>
      <dsp:txXfrm>
        <a:off x="3116322" y="1529065"/>
        <a:ext cx="2219346" cy="1377989"/>
      </dsp:txXfrm>
    </dsp:sp>
    <dsp:sp modelId="{E07C1825-CFD3-4844-BCB4-2233D1D83516}">
      <dsp:nvSpPr>
        <dsp:cNvPr id="0" name=""/>
        <dsp:cNvSpPr/>
      </dsp:nvSpPr>
      <dsp:spPr>
        <a:xfrm>
          <a:off x="5634661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6110F-E3FE-4EA6-B1C0-1C0D9AF85B37}">
      <dsp:nvSpPr>
        <dsp:cNvPr id="0" name=""/>
        <dsp:cNvSpPr/>
      </dsp:nvSpPr>
      <dsp:spPr>
        <a:xfrm>
          <a:off x="5890782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Los dispositivos se asocian a usuarios y a sus consultas DNS, lo que permite identificar </a:t>
          </a:r>
          <a:r>
            <a:rPr lang="es-ES" sz="1500" b="1" kern="1200"/>
            <a:t>qué equipo generó cada actividad</a:t>
          </a:r>
          <a:r>
            <a:rPr lang="es-ES" sz="1500" kern="1200"/>
            <a:t> dentro de la red.</a:t>
          </a:r>
          <a:endParaRPr lang="en-US" sz="1500" kern="1200"/>
        </a:p>
      </dsp:txBody>
      <dsp:txXfrm>
        <a:off x="5933653" y="1529065"/>
        <a:ext cx="2219346" cy="137798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8FFA8-E088-49BA-9A6F-BD8CE654B411}">
      <dsp:nvSpPr>
        <dsp:cNvPr id="0" name=""/>
        <dsp:cNvSpPr/>
      </dsp:nvSpPr>
      <dsp:spPr>
        <a:xfrm>
          <a:off x="749153" y="3413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🔐 </a:t>
          </a:r>
          <a:r>
            <a:rPr lang="es-ES" sz="1900" b="1" kern="1200"/>
            <a:t>Login</a:t>
          </a:r>
          <a:endParaRPr lang="en-US" sz="1900" kern="1200"/>
        </a:p>
      </dsp:txBody>
      <dsp:txXfrm>
        <a:off x="749153" y="3413"/>
        <a:ext cx="2092988" cy="1255793"/>
      </dsp:txXfrm>
    </dsp:sp>
    <dsp:sp modelId="{A84E80DB-0E8C-4C5B-A035-D9B471A45327}">
      <dsp:nvSpPr>
        <dsp:cNvPr id="0" name=""/>
        <dsp:cNvSpPr/>
      </dsp:nvSpPr>
      <dsp:spPr>
        <a:xfrm>
          <a:off x="3051441" y="3413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1241735"/>
                <a:satOff val="4976"/>
                <a:lumOff val="1078"/>
                <a:alphaOff val="0"/>
                <a:tint val="50000"/>
                <a:satMod val="300000"/>
              </a:schemeClr>
            </a:gs>
            <a:gs pos="35000">
              <a:schemeClr val="accent5">
                <a:hueOff val="-1241735"/>
                <a:satOff val="4976"/>
                <a:lumOff val="1078"/>
                <a:alphaOff val="0"/>
                <a:tint val="37000"/>
                <a:satMod val="300000"/>
              </a:schemeClr>
            </a:gs>
            <a:gs pos="100000">
              <a:schemeClr val="accent5">
                <a:hueOff val="-1241735"/>
                <a:satOff val="4976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Autenticación por roles: Administrador, Operador y Lector</a:t>
          </a:r>
          <a:endParaRPr lang="en-US" sz="1900" kern="1200"/>
        </a:p>
      </dsp:txBody>
      <dsp:txXfrm>
        <a:off x="3051441" y="3413"/>
        <a:ext cx="2092988" cy="1255793"/>
      </dsp:txXfrm>
    </dsp:sp>
    <dsp:sp modelId="{21F82815-D249-405C-89C1-AC489BBF5D27}">
      <dsp:nvSpPr>
        <dsp:cNvPr id="0" name=""/>
        <dsp:cNvSpPr/>
      </dsp:nvSpPr>
      <dsp:spPr>
        <a:xfrm>
          <a:off x="5353728" y="3413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50000"/>
                <a:satMod val="300000"/>
              </a:schemeClr>
            </a:gs>
            <a:gs pos="35000">
              <a:schemeClr val="accent5">
                <a:hueOff val="-2483469"/>
                <a:satOff val="9953"/>
                <a:lumOff val="2157"/>
                <a:alphaOff val="0"/>
                <a:tint val="37000"/>
                <a:satMod val="30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Validación de credenciales antes de acceder al sistema</a:t>
          </a:r>
          <a:endParaRPr lang="en-US" sz="1900" kern="1200"/>
        </a:p>
      </dsp:txBody>
      <dsp:txXfrm>
        <a:off x="5353728" y="3413"/>
        <a:ext cx="2092988" cy="1255793"/>
      </dsp:txXfrm>
    </dsp:sp>
    <dsp:sp modelId="{444D5B0F-84D9-4A04-96DA-6CA3145B6FCF}">
      <dsp:nvSpPr>
        <dsp:cNvPr id="0" name=""/>
        <dsp:cNvSpPr/>
      </dsp:nvSpPr>
      <dsp:spPr>
        <a:xfrm>
          <a:off x="749153" y="1468505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3725204"/>
                <a:satOff val="14929"/>
                <a:lumOff val="3235"/>
                <a:alphaOff val="0"/>
                <a:tint val="50000"/>
                <a:satMod val="300000"/>
              </a:schemeClr>
            </a:gs>
            <a:gs pos="35000">
              <a:schemeClr val="accent5">
                <a:hueOff val="-3725204"/>
                <a:satOff val="14929"/>
                <a:lumOff val="3235"/>
                <a:alphaOff val="0"/>
                <a:tint val="37000"/>
                <a:satMod val="300000"/>
              </a:schemeClr>
            </a:gs>
            <a:gs pos="100000">
              <a:schemeClr val="accent5">
                <a:hueOff val="-3725204"/>
                <a:satOff val="14929"/>
                <a:lumOff val="323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📊 </a:t>
          </a:r>
          <a:r>
            <a:rPr lang="es-ES" sz="1900" b="1" kern="1200"/>
            <a:t>Dashboard Principal</a:t>
          </a:r>
          <a:endParaRPr lang="en-US" sz="1900" kern="1200"/>
        </a:p>
      </dsp:txBody>
      <dsp:txXfrm>
        <a:off x="749153" y="1468505"/>
        <a:ext cx="2092988" cy="1255793"/>
      </dsp:txXfrm>
    </dsp:sp>
    <dsp:sp modelId="{A5FD0D0D-CFCA-4CA4-96E2-0B02C994B507}">
      <dsp:nvSpPr>
        <dsp:cNvPr id="0" name=""/>
        <dsp:cNvSpPr/>
      </dsp:nvSpPr>
      <dsp:spPr>
        <a:xfrm>
          <a:off x="3051441" y="1468505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50000"/>
                <a:satMod val="300000"/>
              </a:schemeClr>
            </a:gs>
            <a:gs pos="35000">
              <a:schemeClr val="accent5">
                <a:hueOff val="-4966938"/>
                <a:satOff val="19906"/>
                <a:lumOff val="4314"/>
                <a:alphaOff val="0"/>
                <a:tint val="37000"/>
                <a:satMod val="30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Vista central con integración de datos de Nmap y Pi-hole</a:t>
          </a:r>
          <a:endParaRPr lang="en-US" sz="1900" kern="1200"/>
        </a:p>
      </dsp:txBody>
      <dsp:txXfrm>
        <a:off x="3051441" y="1468505"/>
        <a:ext cx="2092988" cy="1255793"/>
      </dsp:txXfrm>
    </dsp:sp>
    <dsp:sp modelId="{EC05418A-EE54-472E-B9B3-4D09DEA93333}">
      <dsp:nvSpPr>
        <dsp:cNvPr id="0" name=""/>
        <dsp:cNvSpPr/>
      </dsp:nvSpPr>
      <dsp:spPr>
        <a:xfrm>
          <a:off x="5353728" y="1468505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6208672"/>
                <a:satOff val="24882"/>
                <a:lumOff val="5392"/>
                <a:alphaOff val="0"/>
                <a:tint val="50000"/>
                <a:satMod val="300000"/>
              </a:schemeClr>
            </a:gs>
            <a:gs pos="35000">
              <a:schemeClr val="accent5">
                <a:hueOff val="-6208672"/>
                <a:satOff val="24882"/>
                <a:lumOff val="5392"/>
                <a:alphaOff val="0"/>
                <a:tint val="37000"/>
                <a:satMod val="300000"/>
              </a:schemeClr>
            </a:gs>
            <a:gs pos="100000">
              <a:schemeClr val="accent5">
                <a:hueOff val="-6208672"/>
                <a:satOff val="24882"/>
                <a:lumOff val="539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Dispositivos activos, filtros y métricas DNS en tiempo real</a:t>
          </a:r>
          <a:endParaRPr lang="en-US" sz="1900" kern="1200"/>
        </a:p>
      </dsp:txBody>
      <dsp:txXfrm>
        <a:off x="5353728" y="1468505"/>
        <a:ext cx="2092988" cy="1255793"/>
      </dsp:txXfrm>
    </dsp:sp>
    <dsp:sp modelId="{28428716-0933-4EBB-AACC-05A44123A7EC}">
      <dsp:nvSpPr>
        <dsp:cNvPr id="0" name=""/>
        <dsp:cNvSpPr/>
      </dsp:nvSpPr>
      <dsp:spPr>
        <a:xfrm>
          <a:off x="749153" y="2933597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50000"/>
                <a:satMod val="300000"/>
              </a:schemeClr>
            </a:gs>
            <a:gs pos="35000">
              <a:schemeClr val="accent5">
                <a:hueOff val="-7450407"/>
                <a:satOff val="29858"/>
                <a:lumOff val="6471"/>
                <a:alphaOff val="0"/>
                <a:tint val="37000"/>
                <a:satMod val="30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👥 </a:t>
          </a:r>
          <a:r>
            <a:rPr lang="es-ES" sz="1900" b="1" kern="1200" dirty="0"/>
            <a:t>Gestión de Usuarios</a:t>
          </a:r>
          <a:endParaRPr lang="en-US" sz="1900" kern="1200" dirty="0"/>
        </a:p>
      </dsp:txBody>
      <dsp:txXfrm>
        <a:off x="749153" y="2933597"/>
        <a:ext cx="2092988" cy="1255793"/>
      </dsp:txXfrm>
    </dsp:sp>
    <dsp:sp modelId="{5234C554-DA77-41C6-BE92-382C7126A9B3}">
      <dsp:nvSpPr>
        <dsp:cNvPr id="0" name=""/>
        <dsp:cNvSpPr/>
      </dsp:nvSpPr>
      <dsp:spPr>
        <a:xfrm>
          <a:off x="3051441" y="2933597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8692142"/>
                <a:satOff val="34835"/>
                <a:lumOff val="7549"/>
                <a:alphaOff val="0"/>
                <a:tint val="50000"/>
                <a:satMod val="300000"/>
              </a:schemeClr>
            </a:gs>
            <a:gs pos="35000">
              <a:schemeClr val="accent5">
                <a:hueOff val="-8692142"/>
                <a:satOff val="34835"/>
                <a:lumOff val="7549"/>
                <a:alphaOff val="0"/>
                <a:tint val="37000"/>
                <a:satMod val="300000"/>
              </a:schemeClr>
            </a:gs>
            <a:gs pos="100000">
              <a:schemeClr val="accent5">
                <a:hueOff val="-8692142"/>
                <a:satOff val="34835"/>
                <a:lumOff val="754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Módulo administrativo para crear, editar y eliminar usuarios</a:t>
          </a:r>
          <a:endParaRPr lang="en-US" sz="1900" kern="1200"/>
        </a:p>
      </dsp:txBody>
      <dsp:txXfrm>
        <a:off x="3051441" y="2933597"/>
        <a:ext cx="2092988" cy="1255793"/>
      </dsp:txXfrm>
    </dsp:sp>
    <dsp:sp modelId="{04843628-557D-4ED4-B612-4F900E112358}">
      <dsp:nvSpPr>
        <dsp:cNvPr id="0" name=""/>
        <dsp:cNvSpPr/>
      </dsp:nvSpPr>
      <dsp:spPr>
        <a:xfrm>
          <a:off x="5353728" y="2933597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Gestión integrada desde la interfaz, sin uso de SQL manual</a:t>
          </a:r>
          <a:endParaRPr lang="en-US" sz="1900" kern="1200"/>
        </a:p>
      </dsp:txBody>
      <dsp:txXfrm>
        <a:off x="5353728" y="2933597"/>
        <a:ext cx="2092988" cy="125579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FC6542-C82C-4F4C-826A-EA48D411AEE2}">
      <dsp:nvSpPr>
        <dsp:cNvPr id="0" name=""/>
        <dsp:cNvSpPr/>
      </dsp:nvSpPr>
      <dsp:spPr>
        <a:xfrm>
          <a:off x="730349" y="34191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8E755-E006-4A4C-BB65-FDAAB174631F}">
      <dsp:nvSpPr>
        <dsp:cNvPr id="0" name=""/>
        <dsp:cNvSpPr/>
      </dsp:nvSpPr>
      <dsp:spPr>
        <a:xfrm>
          <a:off x="1198349" y="80991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1FAAB-3402-40A4-B0BF-713D6F74476A}">
      <dsp:nvSpPr>
        <dsp:cNvPr id="0" name=""/>
        <dsp:cNvSpPr/>
      </dsp:nvSpPr>
      <dsp:spPr>
        <a:xfrm>
          <a:off x="28349" y="3221919"/>
          <a:ext cx="36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b="1" kern="1200" dirty="0"/>
            <a:t>El desarrollo del sistema se gestionó mediante un tablero Kanban en GitHub, donde se cerraron 16 tareas asociadas a desarrollo, pruebas y documentación.</a:t>
          </a:r>
          <a:endParaRPr lang="en-US" sz="1100" b="1" kern="1200" dirty="0"/>
        </a:p>
      </dsp:txBody>
      <dsp:txXfrm>
        <a:off x="28349" y="3221919"/>
        <a:ext cx="3600000" cy="787500"/>
      </dsp:txXfrm>
    </dsp:sp>
    <dsp:sp modelId="{EBBD698C-030A-471E-B294-AAFD650039DA}">
      <dsp:nvSpPr>
        <dsp:cNvPr id="0" name=""/>
        <dsp:cNvSpPr/>
      </dsp:nvSpPr>
      <dsp:spPr>
        <a:xfrm>
          <a:off x="4960350" y="34191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D10EC7-59CC-4720-80E0-971552FF855A}">
      <dsp:nvSpPr>
        <dsp:cNvPr id="0" name=""/>
        <dsp:cNvSpPr/>
      </dsp:nvSpPr>
      <dsp:spPr>
        <a:xfrm>
          <a:off x="5428350" y="80991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A91BE-3B24-47BA-9583-0B46B97C899B}">
      <dsp:nvSpPr>
        <dsp:cNvPr id="0" name=""/>
        <dsp:cNvSpPr/>
      </dsp:nvSpPr>
      <dsp:spPr>
        <a:xfrm>
          <a:off x="4258350" y="3221919"/>
          <a:ext cx="36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b="1" kern="1200" dirty="0"/>
            <a:t>Se completó la integración de Nmap y Pi-</a:t>
          </a:r>
          <a:r>
            <a:rPr lang="es-ES" sz="1100" b="1" kern="1200" dirty="0" err="1"/>
            <a:t>hole</a:t>
          </a:r>
          <a:r>
            <a:rPr lang="es-ES" sz="1100" b="1" kern="1200" dirty="0"/>
            <a:t>, el CRUD de dispositivos, validaciones, </a:t>
          </a:r>
          <a:r>
            <a:rPr lang="es-ES" sz="1100" b="1" kern="1200" dirty="0" err="1"/>
            <a:t>KPIs</a:t>
          </a:r>
          <a:r>
            <a:rPr lang="es-ES" sz="1100" b="1" kern="1200" dirty="0"/>
            <a:t> y pruebas exploratorias, todo versionado mediante </a:t>
          </a:r>
          <a:r>
            <a:rPr lang="es-ES" sz="1100" b="1" kern="1200" dirty="0" err="1"/>
            <a:t>commits</a:t>
          </a:r>
          <a:r>
            <a:rPr lang="es-ES" sz="1100" b="1" kern="1200" dirty="0"/>
            <a:t> por sprint e </a:t>
          </a:r>
          <a:r>
            <a:rPr lang="es-ES" sz="1100" b="1" kern="1200" dirty="0" err="1"/>
            <a:t>issues</a:t>
          </a:r>
          <a:r>
            <a:rPr lang="es-ES" sz="1100" b="1" kern="1200" dirty="0"/>
            <a:t>, asegurando un seguimiento ordenado y trazable.</a:t>
          </a:r>
          <a:endParaRPr lang="en-US" sz="1100" b="1" kern="1200" dirty="0"/>
        </a:p>
      </dsp:txBody>
      <dsp:txXfrm>
        <a:off x="4258350" y="3221919"/>
        <a:ext cx="3600000" cy="78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" y="0"/>
            <a:ext cx="2540282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86063" y="1113315"/>
            <a:ext cx="5648254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3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</a:t>
            </a:r>
            <a:br>
              <a:rPr lang="es-ES"/>
            </a:br>
            <a:r>
              <a:rPr lang="es-ES"/>
              <a:t>PRESENTACIÓN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86063" y="5423228"/>
            <a:ext cx="5648254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Fecha</a:t>
            </a:r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4783" y="2832101"/>
            <a:ext cx="6269218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894" y="3989714"/>
            <a:ext cx="68484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7175" y="3839984"/>
            <a:ext cx="2947361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6063" y="4114810"/>
            <a:ext cx="5648254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/>
              <a:t>Área que presenta</a:t>
            </a:r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1" y="1827613"/>
            <a:ext cx="1476464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56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8FDDA-8140-4E23-9A8B-C8DBBABD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Sistema de </a:t>
            </a:r>
            <a:r>
              <a:rPr lang="en-US" err="1">
                <a:latin typeface="Arial"/>
                <a:cs typeface="Arial"/>
              </a:rPr>
              <a:t>Gestión</a:t>
            </a:r>
            <a:r>
              <a:rPr lang="en-US">
                <a:latin typeface="Arial"/>
                <a:cs typeface="Arial"/>
              </a:rPr>
              <a:t> de IP y MAC con Nmap y Pi-hole</a:t>
            </a:r>
          </a:p>
          <a:p>
            <a:endParaRPr lang="en-US" noProof="1">
              <a:latin typeface="Arial"/>
              <a:cs typeface="Arial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B00BC0CF-B17D-4A50-ABE9-4484FAE47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>
                <a:latin typeface="Arial"/>
                <a:cs typeface="Arial"/>
              </a:rPr>
              <a:t>Fecha: 17-12-2025</a:t>
            </a:r>
            <a:endParaRPr lang="es-CL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4A6EDC5-665D-4C54-9434-DB56AD78E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1427" y="4034949"/>
            <a:ext cx="5648254" cy="755650"/>
          </a:xfrm>
        </p:spPr>
        <p:txBody>
          <a:bodyPr vert="horz" lIns="68580" tIns="34290" rIns="68580" bIns="34290" rtlCol="0" anchor="ctr">
            <a:noAutofit/>
          </a:bodyPr>
          <a:lstStyle/>
          <a:p>
            <a:r>
              <a:rPr lang="es-CL" sz="1400" b="1" noProof="1">
                <a:latin typeface="Arial"/>
                <a:cs typeface="Arial"/>
              </a:rPr>
              <a:t>Autor:</a:t>
            </a:r>
            <a:r>
              <a:rPr lang="es-CL" sz="1400" noProof="1">
                <a:latin typeface="Arial"/>
                <a:cs typeface="Arial"/>
              </a:rPr>
              <a:t> Charlie Bailey Moya</a:t>
            </a:r>
            <a:br>
              <a:rPr lang="es-CL" sz="1400" noProof="1">
                <a:latin typeface="Arial"/>
                <a:cs typeface="Arial"/>
              </a:rPr>
            </a:br>
            <a:r>
              <a:rPr lang="es-CL" sz="1400" b="1" noProof="1">
                <a:latin typeface="Arial"/>
                <a:cs typeface="Arial"/>
              </a:rPr>
              <a:t>Carrera:</a:t>
            </a:r>
            <a:r>
              <a:rPr lang="es-CL" sz="1400" noProof="1">
                <a:latin typeface="Arial"/>
                <a:cs typeface="Arial"/>
              </a:rPr>
              <a:t> Programación y Análisis de Sistemas — AIEP Concepción</a:t>
            </a:r>
            <a:br>
              <a:rPr lang="es-CL" sz="1400" noProof="1">
                <a:latin typeface="Arial"/>
                <a:cs typeface="Arial"/>
              </a:rPr>
            </a:br>
            <a:r>
              <a:rPr lang="es-CL" sz="1400" b="1" noProof="1">
                <a:latin typeface="Arial"/>
                <a:cs typeface="Arial"/>
              </a:rPr>
              <a:t>Profesor Guía:</a:t>
            </a:r>
            <a:r>
              <a:rPr lang="es-CL" sz="1400" noProof="1">
                <a:latin typeface="Arial"/>
                <a:cs typeface="Arial"/>
              </a:rPr>
              <a:t> Víctor Valderrama</a:t>
            </a:r>
            <a:br>
              <a:rPr lang="es-CL" sz="1400" noProof="1">
                <a:latin typeface="Arial"/>
                <a:cs typeface="Arial"/>
              </a:rPr>
            </a:br>
            <a:r>
              <a:rPr lang="es-CL" sz="1400" b="1" noProof="1">
                <a:latin typeface="Arial"/>
                <a:cs typeface="Arial"/>
              </a:rPr>
              <a:t>Año:</a:t>
            </a:r>
            <a:r>
              <a:rPr lang="es-CL" sz="1400" noProof="1">
                <a:latin typeface="Arial"/>
                <a:cs typeface="Arial"/>
              </a:rPr>
              <a:t> 2025</a:t>
            </a:r>
          </a:p>
          <a:p>
            <a:r>
              <a:rPr lang="es-CL" sz="1400" b="1" noProof="1">
                <a:latin typeface="Arial"/>
                <a:ea typeface="+mn-lt"/>
                <a:cs typeface="+mn-lt"/>
              </a:rPr>
              <a:t>Repositorio</a:t>
            </a:r>
            <a:r>
              <a:rPr lang="es-CL" sz="1400" noProof="1">
                <a:ea typeface="+mn-lt"/>
                <a:cs typeface="+mn-lt"/>
              </a:rPr>
              <a:t>:https://github.com/charli-hash/gestion-ip-mac-redes</a:t>
            </a:r>
            <a:endParaRPr lang="es-CL" sz="1400" dirty="0"/>
          </a:p>
        </p:txBody>
      </p:sp>
    </p:spTree>
    <p:extLst>
      <p:ext uri="{BB962C8B-B14F-4D97-AF65-F5344CB8AC3E}">
        <p14:creationId xmlns:p14="http://schemas.microsoft.com/office/powerpoint/2010/main" val="65598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A47215-7879-8113-D36B-8494A9A31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  <a:ea typeface="+mj-lt"/>
                <a:cs typeface="+mj-lt"/>
              </a:rPr>
              <a:t>Introducción</a:t>
            </a:r>
            <a:endParaRPr lang="es-ES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Marcador de contenido 2">
            <a:extLst>
              <a:ext uri="{FF2B5EF4-FFF2-40B4-BE49-F238E27FC236}">
                <a16:creationId xmlns:a16="http://schemas.microsoft.com/office/drawing/2014/main" id="{09B6BE71-602E-2ED2-E307-E3A0F43765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24929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431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C93877-F505-27B9-8F9C-4F49C137F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Problema Detectado</a:t>
            </a:r>
            <a:endParaRPr lang="es-E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graphicFrame>
        <p:nvGraphicFramePr>
          <p:cNvPr id="29" name="Marcador de contenido 2">
            <a:extLst>
              <a:ext uri="{FF2B5EF4-FFF2-40B4-BE49-F238E27FC236}">
                <a16:creationId xmlns:a16="http://schemas.microsoft.com/office/drawing/2014/main" id="{AF12C400-74E2-C9EE-42FA-5CEAA1FF03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236141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0588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C58555-5D28-6947-48C2-7B1336E2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Usuarios Potenciales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23" name="Marcador de contenido 2">
            <a:extLst>
              <a:ext uri="{FF2B5EF4-FFF2-40B4-BE49-F238E27FC236}">
                <a16:creationId xmlns:a16="http://schemas.microsoft.com/office/drawing/2014/main" id="{CD8B6336-4686-05D9-7747-772ADABD4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84712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7734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3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C37529-32C6-B54C-4084-31AAFF25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900" dirty="0">
                <a:solidFill>
                  <a:srgbClr val="FFFFFF"/>
                </a:solidFill>
                <a:ea typeface="+mj-lt"/>
                <a:cs typeface="+mj-lt"/>
              </a:rPr>
              <a:t>Objetivo General y Específicos</a:t>
            </a:r>
            <a:br>
              <a:rPr lang="es-ES" sz="1900" i="1" dirty="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es-ES" sz="1900" i="1" dirty="0">
                <a:solidFill>
                  <a:srgbClr val="FFFFFF"/>
                </a:solidFill>
                <a:ea typeface="+mj-lt"/>
                <a:cs typeface="+mj-lt"/>
              </a:rPr>
              <a:t>objetivos formulados bajo criterios SMART (específicos, medibles, alcanzables, relevantes y temporales)</a:t>
            </a:r>
            <a:endParaRPr lang="es-ES" sz="1900" i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graphicFrame>
        <p:nvGraphicFramePr>
          <p:cNvPr id="59" name="Marcador de contenido 2">
            <a:extLst>
              <a:ext uri="{FF2B5EF4-FFF2-40B4-BE49-F238E27FC236}">
                <a16:creationId xmlns:a16="http://schemas.microsoft.com/office/drawing/2014/main" id="{991CA7CF-632C-8CD5-D3A1-5EF8141758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326731"/>
              </p:ext>
            </p:extLst>
          </p:nvPr>
        </p:nvGraphicFramePr>
        <p:xfrm>
          <a:off x="287536" y="1924820"/>
          <a:ext cx="8274179" cy="4380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1143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9CC57-7E7A-D2E6-93ED-ABEB4D58A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300" b="1">
                <a:ea typeface="+mj-lt"/>
                <a:cs typeface="+mj-lt"/>
              </a:rPr>
              <a:t>Aporte Innovador del Sistema</a:t>
            </a:r>
            <a:endParaRPr lang="es-ES" sz="3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F11656-734E-4C0E-7A59-7E92B7ECE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100" noProof="1">
                <a:ea typeface="+mn-lt"/>
                <a:cs typeface="+mn-lt"/>
              </a:rPr>
              <a:t>El sistema combina </a:t>
            </a:r>
            <a:r>
              <a:rPr lang="es-ES" sz="2100" b="1" noProof="1">
                <a:ea typeface="+mn-lt"/>
                <a:cs typeface="+mn-lt"/>
              </a:rPr>
              <a:t>Nmap y Pi-hole</a:t>
            </a:r>
            <a:r>
              <a:rPr lang="es-ES" sz="2100" noProof="1">
                <a:ea typeface="+mn-lt"/>
                <a:cs typeface="+mn-lt"/>
              </a:rPr>
              <a:t> en una sola plataforma web, logrando una integración </a:t>
            </a:r>
            <a:r>
              <a:rPr lang="es-ES" sz="2100" b="1" noProof="1">
                <a:ea typeface="+mn-lt"/>
                <a:cs typeface="+mn-lt"/>
              </a:rPr>
              <a:t>automática, modular y en tiempo real</a:t>
            </a:r>
            <a:r>
              <a:rPr lang="es-ES" sz="2100" noProof="1">
                <a:ea typeface="+mn-lt"/>
                <a:cs typeface="+mn-lt"/>
              </a:rPr>
              <a:t>.</a:t>
            </a:r>
            <a:br>
              <a:rPr lang="es-ES" sz="2100" noProof="1">
                <a:ea typeface="+mn-lt"/>
                <a:cs typeface="+mn-lt"/>
              </a:rPr>
            </a:br>
            <a:r>
              <a:rPr lang="es-ES" sz="2100" noProof="1">
                <a:ea typeface="+mn-lt"/>
                <a:cs typeface="+mn-lt"/>
              </a:rPr>
              <a:t> Permite </a:t>
            </a:r>
            <a:r>
              <a:rPr lang="es-ES" sz="2100" b="1" noProof="1">
                <a:ea typeface="+mn-lt"/>
                <a:cs typeface="+mn-lt"/>
              </a:rPr>
              <a:t>monitorear dispositivos, tráfico DNS y seguridad de red</a:t>
            </a:r>
            <a:r>
              <a:rPr lang="es-ES" sz="2100" noProof="1">
                <a:ea typeface="+mn-lt"/>
                <a:cs typeface="+mn-lt"/>
              </a:rPr>
              <a:t> desde un único dashboard sin depender de software externo.</a:t>
            </a:r>
            <a:br>
              <a:rPr lang="es-ES" sz="2100" noProof="1">
                <a:ea typeface="+mn-lt"/>
                <a:cs typeface="+mn-lt"/>
              </a:rPr>
            </a:br>
            <a:r>
              <a:rPr lang="es-ES" sz="2100" noProof="1">
                <a:ea typeface="+mn-lt"/>
                <a:cs typeface="+mn-lt"/>
              </a:rPr>
              <a:t> Basado completamente en </a:t>
            </a:r>
            <a:r>
              <a:rPr lang="es-ES" sz="2100" b="1" noProof="1">
                <a:ea typeface="+mn-lt"/>
                <a:cs typeface="+mn-lt"/>
              </a:rPr>
              <a:t>software libre</a:t>
            </a:r>
            <a:r>
              <a:rPr lang="es-ES" sz="2100" noProof="1">
                <a:ea typeface="+mn-lt"/>
                <a:cs typeface="+mn-lt"/>
              </a:rPr>
              <a:t>, ofrece </a:t>
            </a:r>
            <a:r>
              <a:rPr lang="es-ES" sz="2100" b="1" noProof="1">
                <a:ea typeface="+mn-lt"/>
                <a:cs typeface="+mn-lt"/>
              </a:rPr>
              <a:t>accesibilidad, escalabilidad</a:t>
            </a:r>
            <a:r>
              <a:rPr lang="es-ES" sz="2100" noProof="1">
                <a:ea typeface="+mn-lt"/>
                <a:cs typeface="+mn-lt"/>
              </a:rPr>
              <a:t> y adaptabilidad a distintos entornos educativos o profesionales.</a:t>
            </a:r>
            <a:endParaRPr lang="es-ES" sz="2100" noProof="1">
              <a:ea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Graphic 15" descr="Web Design">
            <a:extLst>
              <a:ext uri="{FF2B5EF4-FFF2-40B4-BE49-F238E27FC236}">
                <a16:creationId xmlns:a16="http://schemas.microsoft.com/office/drawing/2014/main" id="{989E8BB6-28FA-CF1D-8A6B-56B175FD2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30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E5539EC-8CB8-002F-68C6-67884028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9768"/>
            <a:ext cx="9151630" cy="1519356"/>
            <a:chOff x="-1" y="-29768"/>
            <a:chExt cx="12202175" cy="151935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C5D55A6-9EFD-CDA3-20CC-A99812CE1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5B6E73B-6DFD-AE6C-1628-DF8DC3008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E00FC4-DDBC-F424-CF71-73AF7A28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0D75EFC-F406-A85E-48D5-60BF18EA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8" y="301843"/>
            <a:ext cx="7857832" cy="1003532"/>
          </a:xfrm>
        </p:spPr>
        <p:txBody>
          <a:bodyPr anchor="ctr">
            <a:normAutofit/>
          </a:bodyPr>
          <a:lstStyle/>
          <a:p>
            <a:r>
              <a:rPr lang="es-ES" sz="2800">
                <a:solidFill>
                  <a:srgbClr val="FFFFFF"/>
                </a:solidFill>
                <a:ea typeface="+mj-lt"/>
                <a:cs typeface="+mj-lt"/>
              </a:rPr>
              <a:t>Requerimientos Funcionales </a:t>
            </a:r>
            <a:endParaRPr lang="es-ES" sz="28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71D97567-A33C-3546-40CD-27B6D0A24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134861"/>
              </p:ext>
            </p:extLst>
          </p:nvPr>
        </p:nvGraphicFramePr>
        <p:xfrm>
          <a:off x="657517" y="2306011"/>
          <a:ext cx="7829260" cy="355453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834981">
                  <a:extLst>
                    <a:ext uri="{9D8B030D-6E8A-4147-A177-3AD203B41FA5}">
                      <a16:colId xmlns:a16="http://schemas.microsoft.com/office/drawing/2014/main" val="3778928189"/>
                    </a:ext>
                  </a:extLst>
                </a:gridCol>
                <a:gridCol w="3447281">
                  <a:extLst>
                    <a:ext uri="{9D8B030D-6E8A-4147-A177-3AD203B41FA5}">
                      <a16:colId xmlns:a16="http://schemas.microsoft.com/office/drawing/2014/main" val="1190604471"/>
                    </a:ext>
                  </a:extLst>
                </a:gridCol>
                <a:gridCol w="1275142">
                  <a:extLst>
                    <a:ext uri="{9D8B030D-6E8A-4147-A177-3AD203B41FA5}">
                      <a16:colId xmlns:a16="http://schemas.microsoft.com/office/drawing/2014/main" val="436425669"/>
                    </a:ext>
                  </a:extLst>
                </a:gridCol>
                <a:gridCol w="986478">
                  <a:extLst>
                    <a:ext uri="{9D8B030D-6E8A-4147-A177-3AD203B41FA5}">
                      <a16:colId xmlns:a16="http://schemas.microsoft.com/office/drawing/2014/main" val="3796192891"/>
                    </a:ext>
                  </a:extLst>
                </a:gridCol>
                <a:gridCol w="1285378">
                  <a:extLst>
                    <a:ext uri="{9D8B030D-6E8A-4147-A177-3AD203B41FA5}">
                      <a16:colId xmlns:a16="http://schemas.microsoft.com/office/drawing/2014/main" val="3753255900"/>
                    </a:ext>
                  </a:extLst>
                </a:gridCol>
              </a:tblGrid>
              <a:tr h="346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Código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Descripción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Prioridad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Responsable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571788"/>
                  </a:ext>
                </a:extLst>
              </a:tr>
              <a:tr h="542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RF01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Configurar rango de red, rutas y parámetros del sistema.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Configuración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Administrador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274849"/>
                  </a:ext>
                </a:extLst>
              </a:tr>
              <a:tr h="346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RF02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Autenticación y control de acceso con roles.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Seguridad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Sistema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166935"/>
                  </a:ext>
                </a:extLst>
              </a:tr>
              <a:tr h="346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RF03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 dirty="0">
                          <a:solidFill>
                            <a:schemeClr val="tx1"/>
                          </a:solidFill>
                        </a:rPr>
                        <a:t>Escaneo automático con Nmap.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Monitoreo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Sistema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21456"/>
                  </a:ext>
                </a:extLst>
              </a:tr>
              <a:tr h="542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RF06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Integración con Pi-</a:t>
                      </a:r>
                      <a:r>
                        <a:rPr lang="es-ES" sz="1300" cap="none" spc="0" err="1">
                          <a:solidFill>
                            <a:schemeClr val="tx1"/>
                          </a:solidFill>
                        </a:rPr>
                        <a:t>hole</a:t>
                      </a: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 para registrar consultas DNS.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Integración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Sistema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1540"/>
                  </a:ext>
                </a:extLst>
              </a:tr>
              <a:tr h="346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RF09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 err="1">
                          <a:solidFill>
                            <a:schemeClr val="tx1"/>
                          </a:solidFill>
                        </a:rPr>
                        <a:t>Dashboard</a:t>
                      </a: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 con métricas de red y logs.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Visualización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Administrador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585518"/>
                  </a:ext>
                </a:extLst>
              </a:tr>
              <a:tr h="542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RF10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Detección de IP duplicadas y alertas automáticas.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Alerta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Sistema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973246"/>
                  </a:ext>
                </a:extLst>
              </a:tr>
              <a:tr h="542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RF11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Registro de auditoría de acciones del sistema.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Seguridad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Media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Sistema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579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588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2B73E9-59E1-1888-59AA-C6F83CCC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Requerimientos No Funcionales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31096A02-5AF6-746D-8D41-45597D2D80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1909015"/>
              </p:ext>
            </p:extLst>
          </p:nvPr>
        </p:nvGraphicFramePr>
        <p:xfrm>
          <a:off x="483042" y="2579512"/>
          <a:ext cx="8195873" cy="325894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95333">
                  <a:extLst>
                    <a:ext uri="{9D8B030D-6E8A-4147-A177-3AD203B41FA5}">
                      <a16:colId xmlns:a16="http://schemas.microsoft.com/office/drawing/2014/main" val="3958299923"/>
                    </a:ext>
                  </a:extLst>
                </a:gridCol>
                <a:gridCol w="3321629">
                  <a:extLst>
                    <a:ext uri="{9D8B030D-6E8A-4147-A177-3AD203B41FA5}">
                      <a16:colId xmlns:a16="http://schemas.microsoft.com/office/drawing/2014/main" val="3569368636"/>
                    </a:ext>
                  </a:extLst>
                </a:gridCol>
                <a:gridCol w="2079027">
                  <a:extLst>
                    <a:ext uri="{9D8B030D-6E8A-4147-A177-3AD203B41FA5}">
                      <a16:colId xmlns:a16="http://schemas.microsoft.com/office/drawing/2014/main" val="19834663"/>
                    </a:ext>
                  </a:extLst>
                </a:gridCol>
                <a:gridCol w="1499884">
                  <a:extLst>
                    <a:ext uri="{9D8B030D-6E8A-4147-A177-3AD203B41FA5}">
                      <a16:colId xmlns:a16="http://schemas.microsoft.com/office/drawing/2014/main" val="861647974"/>
                    </a:ext>
                  </a:extLst>
                </a:gridCol>
              </a:tblGrid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Código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Descripción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Criterio de Calidad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Prioridad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06568"/>
                  </a:ext>
                </a:extLst>
              </a:tr>
              <a:tr h="566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RNF01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Desarrollado con PHP 8, MySQL 8, HTML5 y CSS3.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Compatibilidad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209874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RNF02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Interfaz responsiva y accesible.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Usabilidad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692980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RNF03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</a:rPr>
                        <a:t>Autenticación segura con password_hash().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Seguridad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556629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RNF05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</a:rPr>
                        <a:t>Ejecución de Nmap sin privilegios root.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Portabilidad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371524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RNF07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Tolerancia a fallos ante errores de conexión.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Fiabilidad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91365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RNF09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Arquitectura modular basada en MVC.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Escalabilidad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815241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RNF11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Escalabilidad para distintas topologías de red.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Flexibilidad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</a:rPr>
                        <a:t>Media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227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734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924CDA-280F-5CAD-A4BE-E9ED12EA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Tecnologías y Herramientas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B5B18C3F-13C7-44CC-012F-BD866B818F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601158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7995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4C7DBD-B5CC-D13B-5801-845882971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Calibri"/>
                <a:cs typeface="Calibri"/>
              </a:rPr>
              <a:t>Arquitectura del Sistema</a:t>
            </a: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28FAE049-DE06-35C7-0D18-200D15FCB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18351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0931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0ADF9E-0FEC-F938-CF7D-3D4B189F4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5" y="959914"/>
            <a:ext cx="8856539" cy="560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4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763D57-9567-22C5-8D4B-CCD01307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Flujo del Sistema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EFC93A81-F274-CCC2-A0AA-33ABF91E85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46157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1569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B906495-7A97-3536-BF2E-E61B3798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Diagrama  del flujo </a:t>
            </a:r>
          </a:p>
        </p:txBody>
      </p:sp>
      <p:pic>
        <p:nvPicPr>
          <p:cNvPr id="2" name="Marcador de contenido 1">
            <a:extLst>
              <a:ext uri="{FF2B5EF4-FFF2-40B4-BE49-F238E27FC236}">
                <a16:creationId xmlns:a16="http://schemas.microsoft.com/office/drawing/2014/main" id="{E74BB8C1-F710-0783-25B7-C37A46717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044" y="1675227"/>
            <a:ext cx="781191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23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963EC-A536-637C-E2B2-D49BED491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5576887"/>
            <a:ext cx="8183880" cy="640081"/>
          </a:xfrm>
        </p:spPr>
        <p:txBody>
          <a:bodyPr>
            <a:normAutofit/>
          </a:bodyPr>
          <a:lstStyle/>
          <a:p>
            <a:r>
              <a:rPr lang="es-ES" sz="2800">
                <a:ea typeface="+mj-lt"/>
                <a:cs typeface="+mj-lt"/>
              </a:rPr>
              <a:t>BPMN</a:t>
            </a:r>
            <a:endParaRPr lang="es-ES" sz="2800"/>
          </a:p>
        </p:txBody>
      </p:sp>
      <p:pic>
        <p:nvPicPr>
          <p:cNvPr id="4" name="Imagen 3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8068CD47-B0A0-39CD-0D8E-8DD6B95B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25" b="1"/>
          <a:stretch>
            <a:fillRect/>
          </a:stretch>
        </p:blipFill>
        <p:spPr>
          <a:xfrm>
            <a:off x="480060" y="640080"/>
            <a:ext cx="818388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045874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B5F8FB-562F-2F85-D7D7-11AE7C98B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s-ES" sz="3500" b="1">
                <a:solidFill>
                  <a:srgbClr val="FFFFFF"/>
                </a:solidFill>
                <a:ea typeface="+mj-lt"/>
                <a:cs typeface="+mj-lt"/>
              </a:rPr>
              <a:t>Apoyo a la Toma de Decisiones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39E0DAAE-5CA0-E419-0471-4EF61CB38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327704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1453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4A829-A30D-0883-1402-08C16C21A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Alcance del Proyecto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E469F0DF-3210-4266-AD63-72B39CF2A9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01743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9742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50AD79-887F-683C-5D42-296BBCB4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Casos de Uso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1DDFEA34-5C7D-11B0-CA83-1A44A80409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7636771"/>
              </p:ext>
            </p:extLst>
          </p:nvPr>
        </p:nvGraphicFramePr>
        <p:xfrm>
          <a:off x="849151" y="2112579"/>
          <a:ext cx="7463654" cy="419281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195713">
                  <a:extLst>
                    <a:ext uri="{9D8B030D-6E8A-4147-A177-3AD203B41FA5}">
                      <a16:colId xmlns:a16="http://schemas.microsoft.com/office/drawing/2014/main" val="160760660"/>
                    </a:ext>
                  </a:extLst>
                </a:gridCol>
                <a:gridCol w="6267941">
                  <a:extLst>
                    <a:ext uri="{9D8B030D-6E8A-4147-A177-3AD203B41FA5}">
                      <a16:colId xmlns:a16="http://schemas.microsoft.com/office/drawing/2014/main" val="3346968942"/>
                    </a:ext>
                  </a:extLst>
                </a:gridCol>
              </a:tblGrid>
              <a:tr h="438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Código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Descripción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198529"/>
                  </a:ext>
                </a:extLst>
              </a:tr>
              <a:tr h="663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CU01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Iniciar sesión: acceso seguro al sistema mediante credenciales y roles definidos.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448412"/>
                  </a:ext>
                </a:extLst>
              </a:tr>
              <a:tr h="663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CU03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Escanear red: detectar, registrar y actualizar los dispositivos activos en el rango configurado.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364698"/>
                  </a:ext>
                </a:extLst>
              </a:tr>
              <a:tr h="663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CU04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Ver dispositivos activos: visualizar IP, dirección MAC y usuario asociado.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236678"/>
                  </a:ext>
                </a:extLst>
              </a:tr>
              <a:tr h="663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CU11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Visualizar métricas: mostrar el </a:t>
                      </a:r>
                      <a:r>
                        <a:rPr lang="es-ES" sz="1500" b="1" cap="none" spc="0" err="1">
                          <a:solidFill>
                            <a:schemeClr val="tx1"/>
                          </a:solidFill>
                        </a:rPr>
                        <a:t>dashboard</a:t>
                      </a: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 con </a:t>
                      </a:r>
                      <a:r>
                        <a:rPr lang="es-ES" sz="1500" b="1" cap="none" spc="0" err="1">
                          <a:solidFill>
                            <a:schemeClr val="tx1"/>
                          </a:solidFill>
                        </a:rPr>
                        <a:t>KPIs</a:t>
                      </a: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, actividad DNS y alertas del sistema.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02610"/>
                  </a:ext>
                </a:extLst>
              </a:tr>
              <a:tr h="438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CU12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cap="none" spc="0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ptos"/>
                        </a:rPr>
                        <a:t>Exportar CSV :Descarga archivo de reporte general.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84111"/>
                  </a:ext>
                </a:extLst>
              </a:tr>
              <a:tr h="66312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500" b="1" i="0" u="none" strike="noStrike" cap="none" spc="0" noProof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Calibri"/>
                        </a:rPr>
                        <a:t>CU13</a:t>
                      </a:r>
                      <a:endParaRPr lang="es-ES" sz="2000"/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500" b="1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</a:rPr>
                        <a:t>Registrar usuario de red: permitir al administrador agregar nuevos usuarios al sistema</a:t>
                      </a:r>
                      <a:endParaRPr lang="es-ES" sz="2000" b="1"/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783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282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B2DADA52-3203-F6A4-9279-5685B0681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10556487" cy="593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91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AAE153-F6A0-9A91-1B07-67AA74AF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Modelo Entidad–Relación (MER)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8DDFF693-1F18-5FB1-6EAF-20B5C1E15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991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7552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7F8CE6-D237-3446-F967-7FFAF2C89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23000" contrast="-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300419" y="-224150"/>
            <a:ext cx="12141807" cy="708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01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B10444-CDE8-4BA8-E9E8-5E11B7C5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Wireframe y Diseño de Interfaz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30" name="Marcador de contenido 6">
            <a:extLst>
              <a:ext uri="{FF2B5EF4-FFF2-40B4-BE49-F238E27FC236}">
                <a16:creationId xmlns:a16="http://schemas.microsoft.com/office/drawing/2014/main" id="{03A17F67-85F1-303C-ED67-85420F086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93674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2680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9C82665-CDB7-1AF4-5C5F-F64A2AF84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8" y="1603280"/>
            <a:ext cx="8685432" cy="439747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D6C0FDAF-31B5-B9E7-F9F2-9CA9DE2E6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+mj-lt"/>
                <a:cs typeface="+mj-lt"/>
              </a:rPr>
              <a:t>🔐 </a:t>
            </a:r>
            <a:r>
              <a:rPr lang="es-ES" b="1" dirty="0" err="1">
                <a:ea typeface="+mj-lt"/>
                <a:cs typeface="+mj-lt"/>
              </a:rPr>
              <a:t>Login</a:t>
            </a:r>
            <a:endParaRPr lang="es-ES" dirty="0" err="1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6E9BAB-ABDC-42C6-8FF2-E54C38F9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1632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409A0-B5EC-11AB-1533-6317190E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+mj-lt"/>
                <a:cs typeface="+mj-lt"/>
              </a:rPr>
              <a:t>📊 </a:t>
            </a:r>
            <a:r>
              <a:rPr lang="es-ES" b="1" dirty="0" err="1">
                <a:ea typeface="+mj-lt"/>
                <a:cs typeface="+mj-lt"/>
              </a:rPr>
              <a:t>Dashboard</a:t>
            </a:r>
            <a:r>
              <a:rPr lang="es-ES" b="1" dirty="0">
                <a:ea typeface="+mj-lt"/>
                <a:cs typeface="+mj-lt"/>
              </a:rPr>
              <a:t> Principal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0E3EA9-5EAB-E99B-8BC8-5471848FC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Picture 2" descr="Pantalla de computadora&#10;&#10;El contenido generado por IA puede ser incorrecto.">
            <a:extLst>
              <a:ext uri="{FF2B5EF4-FFF2-40B4-BE49-F238E27FC236}">
                <a16:creationId xmlns:a16="http://schemas.microsoft.com/office/drawing/2014/main" id="{478E4ED8-4CFC-8966-C43B-BED25163D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24" y="1416175"/>
            <a:ext cx="8233552" cy="4313111"/>
          </a:xfrm>
          <a:prstGeom prst="rect">
            <a:avLst/>
          </a:prstGeom>
          <a:solidFill>
            <a:srgbClr val="000000">
              <a:shade val="95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9590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1C43A5-935C-83DA-D2F9-ECEFB9CA1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8" y="1603280"/>
            <a:ext cx="8226864" cy="43974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852DBF-9EBE-8458-C3DA-B58FB908A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+mj-lt"/>
                <a:cs typeface="+mj-lt"/>
              </a:rPr>
              <a:t>👥Gestión de Usuarios</a:t>
            </a:r>
            <a:endParaRPr lang="es-ES" dirty="0">
              <a:ea typeface="Calibri"/>
              <a:cs typeface="Calibri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1DD19F-6E57-04F8-A286-CC1F21518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s-E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6233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901F19-636F-7936-154F-13F8B80D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Metodología de Desarrollo (SCRUM)</a:t>
            </a:r>
            <a:endParaRPr lang="es-ES" sz="35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61B7D1-FCFE-3E0B-CF65-A93197C99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1700" dirty="0">
                <a:ea typeface="+mn-lt"/>
                <a:cs typeface="+mn-lt"/>
              </a:rPr>
              <a:t>El sistema fue desarrollado bajo la metodología </a:t>
            </a:r>
            <a:r>
              <a:rPr lang="es-ES" sz="1700" b="1" dirty="0">
                <a:ea typeface="+mn-lt"/>
                <a:cs typeface="+mn-lt"/>
              </a:rPr>
              <a:t>SCRUM</a:t>
            </a:r>
            <a:r>
              <a:rPr lang="es-ES" sz="1700" dirty="0">
                <a:ea typeface="+mn-lt"/>
                <a:cs typeface="+mn-lt"/>
              </a:rPr>
              <a:t>, un enfoque ágil que organiza el trabajo en ciclos cortos llamados </a:t>
            </a:r>
            <a:r>
              <a:rPr lang="es-ES" sz="1700" i="1" dirty="0" err="1">
                <a:ea typeface="+mn-lt"/>
                <a:cs typeface="+mn-lt"/>
              </a:rPr>
              <a:t>sprints</a:t>
            </a:r>
            <a:r>
              <a:rPr lang="es-ES" sz="1700" dirty="0">
                <a:ea typeface="+mn-lt"/>
                <a:cs typeface="+mn-lt"/>
              </a:rPr>
              <a:t>. Este método permitió planificar, ejecutar y mejorar cada etapa del proyecto de forma continua y colaborativa.</a:t>
            </a:r>
          </a:p>
          <a:p>
            <a:endParaRPr lang="es-ES" sz="1700" dirty="0">
              <a:ea typeface="Calibri"/>
              <a:cs typeface="Calibri"/>
            </a:endParaRPr>
          </a:p>
          <a:p>
            <a:r>
              <a:rPr lang="es-ES" sz="1700" dirty="0">
                <a:ea typeface="+mn-lt"/>
                <a:cs typeface="+mn-lt"/>
              </a:rPr>
              <a:t>El proceso se dividió en cuatro </a:t>
            </a:r>
            <a:r>
              <a:rPr lang="es-ES" sz="1700" dirty="0" err="1">
                <a:ea typeface="+mn-lt"/>
                <a:cs typeface="+mn-lt"/>
              </a:rPr>
              <a:t>sprints</a:t>
            </a:r>
            <a:r>
              <a:rPr lang="es-ES" sz="1700" dirty="0">
                <a:ea typeface="+mn-lt"/>
                <a:cs typeface="+mn-lt"/>
              </a:rPr>
              <a:t> principales:</a:t>
            </a:r>
            <a:endParaRPr lang="es-ES" sz="1700" dirty="0"/>
          </a:p>
          <a:p>
            <a:r>
              <a:rPr lang="es-ES" sz="1700" b="1" dirty="0">
                <a:ea typeface="+mn-lt"/>
                <a:cs typeface="+mn-lt"/>
              </a:rPr>
              <a:t>Sprint 1:</a:t>
            </a:r>
            <a:r>
              <a:rPr lang="es-ES" sz="1700" dirty="0">
                <a:ea typeface="+mn-lt"/>
                <a:cs typeface="+mn-lt"/>
              </a:rPr>
              <a:t> Análisis de requerimientos e historias de usuario.</a:t>
            </a:r>
            <a:endParaRPr lang="es-ES" sz="1700" dirty="0"/>
          </a:p>
          <a:p>
            <a:r>
              <a:rPr lang="es-ES" sz="1700" b="1" dirty="0">
                <a:ea typeface="+mn-lt"/>
                <a:cs typeface="+mn-lt"/>
              </a:rPr>
              <a:t>Sprint 2:</a:t>
            </a:r>
            <a:r>
              <a:rPr lang="es-ES" sz="1700" dirty="0">
                <a:ea typeface="+mn-lt"/>
                <a:cs typeface="+mn-lt"/>
              </a:rPr>
              <a:t> Diseño de diagramas técnicos (DFD, MER, UML).</a:t>
            </a:r>
            <a:endParaRPr lang="es-ES" sz="1700" dirty="0"/>
          </a:p>
          <a:p>
            <a:r>
              <a:rPr lang="es-ES" sz="1700" b="1" dirty="0">
                <a:ea typeface="+mn-lt"/>
                <a:cs typeface="+mn-lt"/>
              </a:rPr>
              <a:t>Sprint 3:</a:t>
            </a:r>
            <a:r>
              <a:rPr lang="es-ES" sz="1700" dirty="0">
                <a:ea typeface="+mn-lt"/>
                <a:cs typeface="+mn-lt"/>
              </a:rPr>
              <a:t> Desarrollo e integración de módulos (Nmap, Pi-</a:t>
            </a:r>
            <a:r>
              <a:rPr lang="es-ES" sz="1700" noProof="1">
                <a:ea typeface="+mn-lt"/>
                <a:cs typeface="+mn-lt"/>
              </a:rPr>
              <a:t>hole</a:t>
            </a:r>
            <a:r>
              <a:rPr lang="es-ES" sz="1700" dirty="0">
                <a:ea typeface="+mn-lt"/>
                <a:cs typeface="+mn-lt"/>
              </a:rPr>
              <a:t>, </a:t>
            </a:r>
            <a:r>
              <a:rPr lang="es-ES" sz="1700" noProof="1">
                <a:ea typeface="+mn-lt"/>
                <a:cs typeface="+mn-lt"/>
              </a:rPr>
              <a:t>Dashboard</a:t>
            </a:r>
            <a:r>
              <a:rPr lang="es-ES" sz="1700" dirty="0">
                <a:ea typeface="+mn-lt"/>
                <a:cs typeface="+mn-lt"/>
              </a:rPr>
              <a:t>).</a:t>
            </a:r>
            <a:endParaRPr lang="es-ES" sz="1700" dirty="0"/>
          </a:p>
          <a:p>
            <a:r>
              <a:rPr lang="es-ES" sz="1700" b="1" dirty="0">
                <a:ea typeface="+mn-lt"/>
                <a:cs typeface="+mn-lt"/>
              </a:rPr>
              <a:t>Sprint 4:</a:t>
            </a:r>
            <a:r>
              <a:rPr lang="es-ES" sz="1700" dirty="0">
                <a:ea typeface="+mn-lt"/>
                <a:cs typeface="+mn-lt"/>
              </a:rPr>
              <a:t> Pruebas finales y documentación.</a:t>
            </a:r>
            <a:endParaRPr lang="es-ES" sz="1700" dirty="0"/>
          </a:p>
          <a:p>
            <a:r>
              <a:rPr lang="es-ES" sz="1700" dirty="0">
                <a:ea typeface="+mn-lt"/>
                <a:cs typeface="+mn-lt"/>
              </a:rPr>
              <a:t>El uso de herramientas como </a:t>
            </a:r>
            <a:r>
              <a:rPr lang="es-ES" sz="1700" b="1" dirty="0">
                <a:ea typeface="+mn-lt"/>
                <a:cs typeface="+mn-lt"/>
              </a:rPr>
              <a:t>GitHub Kanban</a:t>
            </a:r>
            <a:r>
              <a:rPr lang="es-ES" sz="1700" dirty="0">
                <a:ea typeface="+mn-lt"/>
                <a:cs typeface="+mn-lt"/>
              </a:rPr>
              <a:t> facilitó la gestión de tareas e Issues, asegurando una entrega ordenada y resultados constantes.</a:t>
            </a:r>
            <a:endParaRPr lang="es-ES" sz="1700" dirty="0"/>
          </a:p>
          <a:p>
            <a:endParaRPr lang="es-ES" sz="17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37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de computadora">
            <a:extLst>
              <a:ext uri="{FF2B5EF4-FFF2-40B4-BE49-F238E27FC236}">
                <a16:creationId xmlns:a16="http://schemas.microsoft.com/office/drawing/2014/main" id="{BA85AED6-92C4-C15B-5576-D4D1AE07E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3463" y="89055"/>
            <a:ext cx="10680389" cy="637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31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5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7F5759-E6F6-A9FB-C8BE-82A854CA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s-ES" sz="3500">
                <a:solidFill>
                  <a:schemeClr val="bg1"/>
                </a:solidFill>
                <a:ea typeface="+mj-lt"/>
                <a:cs typeface="+mj-lt"/>
              </a:rPr>
              <a:t>Pruebas y Resultados</a:t>
            </a:r>
            <a:endParaRPr lang="es-ES" sz="3500">
              <a:solidFill>
                <a:schemeClr val="bg1"/>
              </a:solidFill>
            </a:endParaRPr>
          </a:p>
        </p:txBody>
      </p:sp>
      <p:sp>
        <p:nvSpPr>
          <p:cNvPr id="66" name="Rectangle 56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5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34D5DA-2F5A-7BA7-97DC-EBC33696B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s-ES" sz="1300" dirty="0"/>
              <a:t>1️⃣ ❌ </a:t>
            </a:r>
            <a:r>
              <a:rPr lang="es-ES" sz="1300" b="1" dirty="0"/>
              <a:t>Error controlado en </a:t>
            </a:r>
            <a:r>
              <a:rPr lang="es-ES" sz="1300" b="1" dirty="0" err="1"/>
              <a:t>login</a:t>
            </a:r>
            <a:endParaRPr lang="es-ES" sz="1300" dirty="0"/>
          </a:p>
          <a:p>
            <a:pPr>
              <a:lnSpc>
                <a:spcPct val="90000"/>
              </a:lnSpc>
              <a:buNone/>
            </a:pPr>
            <a:r>
              <a:rPr lang="es-ES" sz="1300" dirty="0">
                <a:ea typeface="+mn-lt"/>
                <a:cs typeface="+mn-lt"/>
              </a:rPr>
              <a:t>Al ingresar credenciales incorrectas, el sistema muestra el   mensaje </a:t>
            </a:r>
            <a:r>
              <a:rPr lang="es-ES" sz="1300" b="1" dirty="0">
                <a:ea typeface="+mn-lt"/>
                <a:cs typeface="+mn-lt"/>
              </a:rPr>
              <a:t>“Acceso denegado”</a:t>
            </a:r>
            <a:r>
              <a:rPr lang="es-ES" sz="1300" dirty="0">
                <a:ea typeface="+mn-lt"/>
                <a:cs typeface="+mn-lt"/>
              </a:rPr>
              <a:t>, impidiendo el acceso no autorizado y validando la autenticación por roles.</a:t>
            </a:r>
          </a:p>
          <a:p>
            <a:pPr>
              <a:lnSpc>
                <a:spcPct val="90000"/>
              </a:lnSpc>
              <a:buNone/>
            </a:pPr>
            <a:endParaRPr lang="es-E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s-ES" sz="1300" dirty="0"/>
              <a:t>2️⃣ ⚠️ </a:t>
            </a:r>
            <a:r>
              <a:rPr lang="es-ES" sz="1300" b="1" dirty="0"/>
              <a:t>Validación de campos vacíos o incorrectos</a:t>
            </a:r>
            <a:endParaRPr lang="es-ES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None/>
            </a:pPr>
            <a:r>
              <a:rPr lang="es-ES" sz="1300" dirty="0">
                <a:ea typeface="+mn-lt"/>
                <a:cs typeface="+mn-lt"/>
              </a:rPr>
              <a:t>El sistema impide registrar un dispositivo si faltan datos obligatorios o si la IP/MAC tiene un formato inválido.</a:t>
            </a:r>
            <a:br>
              <a:rPr lang="es-ES" sz="1300" dirty="0">
                <a:ea typeface="+mn-lt"/>
                <a:cs typeface="+mn-lt"/>
              </a:rPr>
            </a:br>
            <a:r>
              <a:rPr lang="es-ES" sz="1300" dirty="0">
                <a:ea typeface="+mn-lt"/>
                <a:cs typeface="+mn-lt"/>
              </a:rPr>
              <a:t> Esto garantiza la </a:t>
            </a:r>
            <a:r>
              <a:rPr lang="es-ES" sz="1300" b="1" dirty="0">
                <a:ea typeface="+mn-lt"/>
                <a:cs typeface="+mn-lt"/>
              </a:rPr>
              <a:t>integridad y consistencia de los registros</a:t>
            </a:r>
            <a:r>
              <a:rPr lang="es-ES" sz="1300" dirty="0">
                <a:ea typeface="+mn-lt"/>
                <a:cs typeface="+mn-lt"/>
              </a:rPr>
              <a:t>.</a:t>
            </a:r>
          </a:p>
          <a:p>
            <a:pPr>
              <a:lnSpc>
                <a:spcPct val="90000"/>
              </a:lnSpc>
              <a:buNone/>
            </a:pPr>
            <a:endParaRPr lang="es-ES" sz="1300" dirty="0"/>
          </a:p>
          <a:p>
            <a:pPr>
              <a:lnSpc>
                <a:spcPct val="90000"/>
              </a:lnSpc>
              <a:buNone/>
            </a:pPr>
            <a:r>
              <a:rPr lang="es-ES" sz="1300" dirty="0"/>
              <a:t>3️⃣ 🧠 </a:t>
            </a:r>
            <a:r>
              <a:rPr lang="es-ES" sz="1300" b="1" dirty="0"/>
              <a:t>Prevención de duplicados</a:t>
            </a:r>
            <a:endParaRPr lang="es-ES" sz="1300" dirty="0"/>
          </a:p>
          <a:p>
            <a:pPr>
              <a:lnSpc>
                <a:spcPct val="90000"/>
              </a:lnSpc>
              <a:buNone/>
            </a:pPr>
            <a:r>
              <a:rPr lang="es-ES" sz="1300" dirty="0">
                <a:ea typeface="+mn-lt"/>
                <a:cs typeface="+mn-lt"/>
              </a:rPr>
              <a:t>Si se intenta registrar un dispositivo con una IP o MAC ya existente, el sistema detecta la coincidencia y muestra una advertencia.</a:t>
            </a:r>
            <a:br>
              <a:rPr lang="es-ES" sz="1300" dirty="0">
                <a:ea typeface="+mn-lt"/>
                <a:cs typeface="+mn-lt"/>
              </a:rPr>
            </a:br>
            <a:r>
              <a:rPr lang="es-ES" sz="1300" dirty="0">
                <a:ea typeface="+mn-lt"/>
                <a:cs typeface="+mn-lt"/>
              </a:rPr>
              <a:t> Así se evitan duplicaciones y se mantiene una base de datos confiable.</a:t>
            </a:r>
          </a:p>
          <a:p>
            <a:pPr>
              <a:lnSpc>
                <a:spcPct val="90000"/>
              </a:lnSpc>
              <a:buNone/>
            </a:pPr>
            <a:endParaRPr lang="es-ES" sz="1300" dirty="0"/>
          </a:p>
          <a:p>
            <a:pPr>
              <a:lnSpc>
                <a:spcPct val="90000"/>
              </a:lnSpc>
              <a:buNone/>
            </a:pPr>
            <a:r>
              <a:rPr lang="es-ES" sz="1300" dirty="0"/>
              <a:t>4️⃣ 🔐 </a:t>
            </a:r>
            <a:r>
              <a:rPr lang="es-ES" sz="1300" b="1" dirty="0"/>
              <a:t>Prueba de roles y control de acceso</a:t>
            </a:r>
            <a:endParaRPr lang="es-ES" sz="1300" dirty="0"/>
          </a:p>
          <a:p>
            <a:pPr>
              <a:lnSpc>
                <a:spcPct val="90000"/>
              </a:lnSpc>
              <a:buNone/>
            </a:pPr>
            <a:r>
              <a:rPr lang="es-ES" sz="1300" dirty="0">
                <a:ea typeface="+mn-lt"/>
                <a:cs typeface="+mn-lt"/>
              </a:rPr>
              <a:t>Cada usuario accede solo a las funciones permitidas por su rol.</a:t>
            </a:r>
            <a:br>
              <a:rPr lang="es-ES" sz="1300" dirty="0">
                <a:ea typeface="+mn-lt"/>
                <a:cs typeface="+mn-lt"/>
              </a:rPr>
            </a:br>
            <a:r>
              <a:rPr lang="es-ES" sz="1300" dirty="0">
                <a:ea typeface="+mn-lt"/>
                <a:cs typeface="+mn-lt"/>
              </a:rPr>
              <a:t> Por ejemplo, un </a:t>
            </a:r>
            <a:r>
              <a:rPr lang="es-ES" sz="1300" i="1" dirty="0">
                <a:ea typeface="+mn-lt"/>
                <a:cs typeface="+mn-lt"/>
              </a:rPr>
              <a:t>Lector</a:t>
            </a:r>
            <a:r>
              <a:rPr lang="es-ES" sz="1300" dirty="0">
                <a:ea typeface="+mn-lt"/>
                <a:cs typeface="+mn-lt"/>
              </a:rPr>
              <a:t> no puede ejecutar escaneos ni eliminar registros, mostrando el aviso </a:t>
            </a:r>
            <a:r>
              <a:rPr lang="es-ES" sz="1300" b="1" dirty="0">
                <a:ea typeface="+mn-lt"/>
                <a:cs typeface="+mn-lt"/>
              </a:rPr>
              <a:t>“Permiso denegado”</a:t>
            </a:r>
            <a:r>
              <a:rPr lang="es-ES" sz="1300" dirty="0">
                <a:ea typeface="+mn-lt"/>
                <a:cs typeface="+mn-lt"/>
              </a:rPr>
              <a:t> o deshabilitando los botones restringidos.</a:t>
            </a:r>
            <a:endParaRPr lang="es-ES" sz="1300" dirty="0"/>
          </a:p>
          <a:p>
            <a:pPr marL="0" indent="0">
              <a:lnSpc>
                <a:spcPct val="90000"/>
              </a:lnSpc>
              <a:buNone/>
            </a:pPr>
            <a:endParaRPr lang="es-ES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s-ES" sz="13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5417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Pantalla de computadora con fondo negro&#10;&#10;El contenido generado por IA puede ser incorrecto.">
            <a:extLst>
              <a:ext uri="{FF2B5EF4-FFF2-40B4-BE49-F238E27FC236}">
                <a16:creationId xmlns:a16="http://schemas.microsoft.com/office/drawing/2014/main" id="{66C5F889-C405-A358-EE0E-7FDE31F13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958" r="1304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20EF21A-EB5C-156B-21F2-A2844C47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06" y="5317240"/>
            <a:ext cx="840819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❌ </a:t>
            </a:r>
            <a:r>
              <a:rPr lang="en-US" sz="3100" b="1">
                <a:solidFill>
                  <a:schemeClr val="tx1">
                    <a:lumMod val="85000"/>
                    <a:lumOff val="15000"/>
                  </a:schemeClr>
                </a:solidFill>
              </a:rPr>
              <a:t>Error controlado en login</a:t>
            </a:r>
            <a:endParaRPr lang="en-US" sz="3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359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F70FB-C264-A44F-E40E-C604F5D4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E0BE39A4-E919-BBBD-E981-3E86B26B3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399" r="1360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4" name="Rectangle 36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FA1CD88-E35F-C731-477A-747313F72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06" y="5317240"/>
            <a:ext cx="840819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🧠 </a:t>
            </a:r>
            <a:r>
              <a:rPr lang="en-US" sz="3100" b="1">
                <a:solidFill>
                  <a:schemeClr val="tx1">
                    <a:lumMod val="85000"/>
                    <a:lumOff val="15000"/>
                  </a:schemeClr>
                </a:solidFill>
              </a:rPr>
              <a:t>Prevención</a:t>
            </a:r>
            <a:r>
              <a:rPr lang="en-US" sz="3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sz="3100" b="1">
                <a:solidFill>
                  <a:schemeClr val="tx1">
                    <a:lumMod val="85000"/>
                    <a:lumOff val="15000"/>
                  </a:schemeClr>
                </a:solidFill>
              </a:rPr>
              <a:t>duplicados</a:t>
            </a:r>
            <a:endParaRPr lang="en-US" sz="3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937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BE4BB-FCBF-98DF-AB84-6C87E3F0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5CC5F582-8F80-08D9-D080-4C70F4CE6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295" r="1370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B333053-0388-1CA4-7D85-F51C991F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06" y="5317240"/>
            <a:ext cx="840819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⚠️ </a:t>
            </a:r>
            <a:r>
              <a:rPr lang="en-US" sz="3100" b="1">
                <a:solidFill>
                  <a:schemeClr val="tx1">
                    <a:lumMod val="85000"/>
                    <a:lumOff val="15000"/>
                  </a:schemeClr>
                </a:solidFill>
              </a:rPr>
              <a:t>Validación de campos vacíos </a:t>
            </a:r>
            <a:endParaRPr lang="en-US" sz="3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129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D3534-55B0-67EF-8303-E0C870DD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2474690-EF61-0842-2942-E4145AC0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🔐 </a:t>
            </a:r>
            <a:r>
              <a:rPr lang="en-US"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Prueba de roles y control de acceso</a:t>
            </a:r>
            <a:endParaRPr lang="en-US" sz="2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92FBACA-E6C1-983C-9DE8-9C44C2207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5" y="1716292"/>
            <a:ext cx="9139707" cy="537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91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5597CF1-5B67-1987-6BA7-8C3891276AB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2501" r="125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3" name="Rectangle 1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DAC20F-D09B-D7B3-0ACA-9FB6BDA5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>
                <a:ea typeface="+mj-lt"/>
                <a:cs typeface="+mj-lt"/>
              </a:rPr>
              <a:t>Control de Versiones</a:t>
            </a:r>
            <a:br>
              <a:rPr lang="es-ES">
                <a:ea typeface="+mj-lt"/>
                <a:cs typeface="+mj-lt"/>
              </a:rPr>
            </a:br>
            <a:r>
              <a:rPr lang="es-ES">
                <a:ea typeface="Calibri"/>
                <a:cs typeface="Calibri"/>
              </a:rPr>
              <a:t>(GitHub)</a:t>
            </a:r>
            <a:endParaRPr lang="es-ES"/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5CC8FD5F-91B3-DA49-ED20-05AD88DF2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955125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8269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1E5A46AA-B652-9B4B-4B73-94054835F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2"/>
            <a:ext cx="9972161" cy="685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22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22595ABA-E47B-825F-F1F5-043B98D8E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1463" y="473153"/>
            <a:ext cx="10760925" cy="605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239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720FC-AF0C-956E-F48B-1C16E29C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300">
                <a:ea typeface="+mj-lt"/>
                <a:cs typeface="+mj-lt"/>
              </a:rPr>
              <a:t>Conclusiones y Futuras Mejoras</a:t>
            </a:r>
            <a:endParaRPr lang="es-ES" sz="3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2538E9-8B92-1CA7-34DC-4E9BE4058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600" dirty="0">
                <a:ea typeface="+mn-lt"/>
                <a:cs typeface="+mn-lt"/>
              </a:rPr>
              <a:t>El sistema </a:t>
            </a:r>
            <a:r>
              <a:rPr lang="es-ES" sz="1600" b="1" dirty="0">
                <a:ea typeface="+mn-lt"/>
                <a:cs typeface="+mn-lt"/>
              </a:rPr>
              <a:t>cumplió con todos los objetivos propuestos</a:t>
            </a:r>
            <a:r>
              <a:rPr lang="es-ES" sz="1600" dirty="0">
                <a:ea typeface="+mn-lt"/>
                <a:cs typeface="+mn-lt"/>
              </a:rPr>
              <a:t>, logrando automatizar la detección, registro y monitoreo de redes locales.</a:t>
            </a:r>
          </a:p>
          <a:p>
            <a:pPr>
              <a:lnSpc>
                <a:spcPct val="90000"/>
              </a:lnSpc>
            </a:pPr>
            <a:br>
              <a:rPr lang="es-ES" sz="1600" dirty="0">
                <a:ea typeface="+mn-lt"/>
                <a:cs typeface="+mn-lt"/>
              </a:rPr>
            </a:br>
            <a:r>
              <a:rPr lang="es-ES" sz="1600" dirty="0">
                <a:ea typeface="+mn-lt"/>
                <a:cs typeface="+mn-lt"/>
              </a:rPr>
              <a:t> Demuestra que las herramientas open </a:t>
            </a:r>
            <a:r>
              <a:rPr lang="es-ES" sz="1600" dirty="0" err="1">
                <a:ea typeface="+mn-lt"/>
                <a:cs typeface="+mn-lt"/>
              </a:rPr>
              <a:t>source</a:t>
            </a:r>
            <a:r>
              <a:rPr lang="es-ES" sz="1600" dirty="0">
                <a:ea typeface="+mn-lt"/>
                <a:cs typeface="+mn-lt"/>
              </a:rPr>
              <a:t> pueden ofrecer soluciones profesionales, seguras y accesibles.</a:t>
            </a:r>
            <a:br>
              <a:rPr lang="es-ES" sz="1600" dirty="0">
                <a:ea typeface="+mn-lt"/>
                <a:cs typeface="+mn-lt"/>
              </a:rPr>
            </a:br>
            <a:r>
              <a:rPr lang="es-ES" sz="1600" dirty="0">
                <a:ea typeface="+mn-lt"/>
                <a:cs typeface="+mn-lt"/>
              </a:rPr>
              <a:t> Entre los principales aprendizajes destacan la integración de redes, el desarrollo full </a:t>
            </a:r>
            <a:r>
              <a:rPr lang="es-ES" sz="1600" noProof="1">
                <a:ea typeface="+mn-lt"/>
                <a:cs typeface="+mn-lt"/>
              </a:rPr>
              <a:t>stack</a:t>
            </a:r>
            <a:r>
              <a:rPr lang="es-ES" sz="1600" dirty="0">
                <a:ea typeface="+mn-lt"/>
                <a:cs typeface="+mn-lt"/>
              </a:rPr>
              <a:t> y la gestión ágil con SCRUM.</a:t>
            </a:r>
          </a:p>
          <a:p>
            <a:pPr>
              <a:lnSpc>
                <a:spcPct val="90000"/>
              </a:lnSpc>
            </a:pPr>
            <a:br>
              <a:rPr lang="es-ES" sz="1600" dirty="0">
                <a:ea typeface="+mn-lt"/>
                <a:cs typeface="+mn-lt"/>
              </a:rPr>
            </a:br>
            <a:r>
              <a:rPr lang="es-ES" sz="1600" dirty="0">
                <a:ea typeface="+mn-lt"/>
                <a:cs typeface="+mn-lt"/>
              </a:rPr>
              <a:t> Como proyección, se plantea implementar una </a:t>
            </a:r>
            <a:r>
              <a:rPr lang="es-ES" sz="1600" b="1" dirty="0">
                <a:ea typeface="+mn-lt"/>
                <a:cs typeface="+mn-lt"/>
              </a:rPr>
              <a:t>API REST</a:t>
            </a:r>
            <a:r>
              <a:rPr lang="es-ES" sz="1600" dirty="0">
                <a:ea typeface="+mn-lt"/>
                <a:cs typeface="+mn-lt"/>
              </a:rPr>
              <a:t>, alertas automáticas por correo y un despliegue completo en </a:t>
            </a:r>
            <a:r>
              <a:rPr lang="es-ES" sz="1600" b="1" dirty="0">
                <a:ea typeface="+mn-lt"/>
                <a:cs typeface="+mn-lt"/>
              </a:rPr>
              <a:t>Docker productivo</a:t>
            </a:r>
            <a:r>
              <a:rPr lang="es-ES" sz="1600" dirty="0">
                <a:ea typeface="+mn-lt"/>
                <a:cs typeface="+mn-lt"/>
              </a:rPr>
              <a:t>, ampliando así la capacidad de integración y mantenimiento.</a:t>
            </a:r>
            <a:endParaRPr lang="es-E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Graphic 15" descr="Diana">
            <a:extLst>
              <a:ext uri="{FF2B5EF4-FFF2-40B4-BE49-F238E27FC236}">
                <a16:creationId xmlns:a16="http://schemas.microsoft.com/office/drawing/2014/main" id="{140B3E4D-4525-8834-74B5-567FAE600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77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A495B0-A260-F2B2-34B9-3630EED54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220706"/>
          </a:xfrm>
        </p:spPr>
        <p:txBody>
          <a:bodyPr anchor="ctr">
            <a:normAutofit/>
          </a:bodyPr>
          <a:lstStyle/>
          <a:p>
            <a:r>
              <a:rPr lang="es-ES" sz="3500">
                <a:ea typeface="+mj-lt"/>
                <a:cs typeface="+mj-lt"/>
              </a:rPr>
              <a:t>Reflexión Final</a:t>
            </a:r>
            <a:endParaRPr lang="es-ES" sz="35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3643E-C7BA-6EB0-258E-CB442DD46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1415404"/>
            <a:ext cx="3485179" cy="4940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s-ES" sz="1400" dirty="0">
                <a:ea typeface="+mn-lt"/>
                <a:cs typeface="+mn-lt"/>
              </a:rPr>
              <a:t>Este proyecto fue una experiencia completamente nueva para mí, ya que me enfoqué en un ámbito diferente al habitual en la carrera.</a:t>
            </a:r>
            <a:br>
              <a:rPr lang="es-ES" sz="1400" dirty="0">
                <a:ea typeface="+mn-lt"/>
                <a:cs typeface="+mn-lt"/>
              </a:rPr>
            </a:br>
            <a:r>
              <a:rPr lang="es-ES" sz="1400" dirty="0">
                <a:ea typeface="+mn-lt"/>
                <a:cs typeface="+mn-lt"/>
              </a:rPr>
              <a:t> Trabajar con herramientas de redes como </a:t>
            </a:r>
            <a:r>
              <a:rPr lang="es-ES" sz="1400" b="1" dirty="0">
                <a:ea typeface="+mn-lt"/>
                <a:cs typeface="+mn-lt"/>
              </a:rPr>
              <a:t>Nmap</a:t>
            </a:r>
            <a:r>
              <a:rPr lang="es-ES" sz="1400" dirty="0">
                <a:ea typeface="+mn-lt"/>
                <a:cs typeface="+mn-lt"/>
              </a:rPr>
              <a:t> y </a:t>
            </a:r>
            <a:r>
              <a:rPr lang="es-ES" sz="1400" b="1" dirty="0">
                <a:ea typeface="+mn-lt"/>
                <a:cs typeface="+mn-lt"/>
              </a:rPr>
              <a:t>Pi-</a:t>
            </a:r>
            <a:r>
              <a:rPr lang="es-ES" sz="1400" b="1" noProof="1">
                <a:ea typeface="+mn-lt"/>
                <a:cs typeface="+mn-lt"/>
              </a:rPr>
              <a:t>hole</a:t>
            </a:r>
            <a:r>
              <a:rPr lang="es-ES" sz="1400" dirty="0">
                <a:ea typeface="+mn-lt"/>
                <a:cs typeface="+mn-lt"/>
              </a:rPr>
              <a:t> me permitió descubrir un área que no conocía en profundidad, pero que encontré </a:t>
            </a:r>
            <a:r>
              <a:rPr lang="es-ES" sz="1400" b="1" dirty="0">
                <a:ea typeface="+mn-lt"/>
                <a:cs typeface="+mn-lt"/>
              </a:rPr>
              <a:t>muy interesante y entretenida</a:t>
            </a:r>
            <a:r>
              <a:rPr lang="es-ES" sz="1400" dirty="0">
                <a:ea typeface="+mn-lt"/>
                <a:cs typeface="+mn-lt"/>
              </a:rPr>
              <a:t>.</a:t>
            </a:r>
            <a:endParaRPr lang="es-E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s-ES" sz="1400" dirty="0">
                <a:ea typeface="+mn-lt"/>
                <a:cs typeface="+mn-lt"/>
              </a:rPr>
              <a:t>Fue un proceso desafiante, con muchas horas de trabajo, investigación y sacrificios personales —como dormir poco o dejar de lado otras actividades—, pero cada esfuerzo valió la pena.</a:t>
            </a:r>
            <a:br>
              <a:rPr lang="es-ES" sz="1400" dirty="0">
                <a:ea typeface="+mn-lt"/>
                <a:cs typeface="+mn-lt"/>
              </a:rPr>
            </a:br>
            <a:r>
              <a:rPr lang="es-ES" sz="1400" dirty="0">
                <a:ea typeface="+mn-lt"/>
                <a:cs typeface="+mn-lt"/>
              </a:rPr>
              <a:t> Durante este tiempo también tuve la oportunidad de </a:t>
            </a:r>
            <a:r>
              <a:rPr lang="es-ES" sz="1400" b="1" dirty="0">
                <a:ea typeface="+mn-lt"/>
                <a:cs typeface="+mn-lt"/>
              </a:rPr>
              <a:t>conocer buenos compañeros y profesores</a:t>
            </a:r>
            <a:r>
              <a:rPr lang="es-ES" sz="1400" dirty="0">
                <a:ea typeface="+mn-lt"/>
                <a:cs typeface="+mn-lt"/>
              </a:rPr>
              <a:t>, de quienes aprendí y con los que compartí momentos importantes en el proceso.</a:t>
            </a:r>
            <a:endParaRPr lang="es-E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s-ES" sz="1400" dirty="0">
                <a:ea typeface="+mn-lt"/>
                <a:cs typeface="+mn-lt"/>
              </a:rPr>
              <a:t>Este proyecto me enseñó que el estudio y la dedicación pueden abrir nuevas áreas de interés, y que cuando se trabaja con pasión, </a:t>
            </a:r>
            <a:r>
              <a:rPr lang="es-ES" sz="1400" b="1" dirty="0">
                <a:ea typeface="+mn-lt"/>
                <a:cs typeface="+mn-lt"/>
              </a:rPr>
              <a:t>aprender se vuelve tan gratificante como divertido</a:t>
            </a:r>
            <a:r>
              <a:rPr lang="es-ES" sz="1400" dirty="0">
                <a:ea typeface="+mn-lt"/>
                <a:cs typeface="+mn-lt"/>
              </a:rPr>
              <a:t>.</a:t>
            </a:r>
            <a:endParaRPr lang="es-E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s-ES" sz="1400" dirty="0">
              <a:ea typeface="Calibri"/>
              <a:cs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8D9FA04-8121-A16D-5F73-6B24B8E79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82" r="28023" b="625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06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3F22B9-D8DF-9434-A22B-0A1995CE87A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28181" y="1220919"/>
            <a:ext cx="406933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Gracias por su atención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00844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60" name="Straight Connector 3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4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Arc 42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Freeform: Shape 44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30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1815</Words>
  <Application>Microsoft Office PowerPoint</Application>
  <PresentationFormat>Presentación en pantalla (4:3)</PresentationFormat>
  <Paragraphs>204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Aptos</vt:lpstr>
      <vt:lpstr>Arial</vt:lpstr>
      <vt:lpstr>Calibri</vt:lpstr>
      <vt:lpstr>Office Theme</vt:lpstr>
      <vt:lpstr>Sistema de Gestión de IP y MAC con Nmap y Pi-hole </vt:lpstr>
      <vt:lpstr>Introducción</vt:lpstr>
      <vt:lpstr>Problema Detectado</vt:lpstr>
      <vt:lpstr>Usuarios Potenciales</vt:lpstr>
      <vt:lpstr>Objetivo General y Específicos objetivos formulados bajo criterios SMART (específicos, medibles, alcanzables, relevantes y temporales)</vt:lpstr>
      <vt:lpstr>Aporte Innovador del Sistema</vt:lpstr>
      <vt:lpstr>Requerimientos Funcionales </vt:lpstr>
      <vt:lpstr>Requerimientos No Funcionales</vt:lpstr>
      <vt:lpstr>Tecnologías y Herramientas</vt:lpstr>
      <vt:lpstr>Arquitectura del Sistema</vt:lpstr>
      <vt:lpstr>Presentación de PowerPoint</vt:lpstr>
      <vt:lpstr>Flujo del Sistema</vt:lpstr>
      <vt:lpstr>Diagrama  del flujo </vt:lpstr>
      <vt:lpstr>BPMN</vt:lpstr>
      <vt:lpstr> Apoyo a la Toma de Decisiones</vt:lpstr>
      <vt:lpstr>Alcance del Proyecto</vt:lpstr>
      <vt:lpstr>Casos de Uso</vt:lpstr>
      <vt:lpstr>Presentación de PowerPoint</vt:lpstr>
      <vt:lpstr>Modelo Entidad–Relación (MER)</vt:lpstr>
      <vt:lpstr>Presentación de PowerPoint</vt:lpstr>
      <vt:lpstr>Wireframe y Diseño de Interfaz</vt:lpstr>
      <vt:lpstr>🔐 Login</vt:lpstr>
      <vt:lpstr>📊 Dashboard Principal</vt:lpstr>
      <vt:lpstr>👥Gestión de Usuarios</vt:lpstr>
      <vt:lpstr>Metodología de Desarrollo (SCRUM)</vt:lpstr>
      <vt:lpstr>Presentación de PowerPoint</vt:lpstr>
      <vt:lpstr>Pruebas y Resultados</vt:lpstr>
      <vt:lpstr>❌ Error controlado en login</vt:lpstr>
      <vt:lpstr>🧠 Prevención de duplicados</vt:lpstr>
      <vt:lpstr>⚠️ Validación de campos vacíos </vt:lpstr>
      <vt:lpstr>🔐 Prueba de roles y control de acceso</vt:lpstr>
      <vt:lpstr>Control de Versiones (GitHub)</vt:lpstr>
      <vt:lpstr>Presentación de PowerPoint</vt:lpstr>
      <vt:lpstr>Presentación de PowerPoint</vt:lpstr>
      <vt:lpstr>Conclusiones y Futuras Mejoras</vt:lpstr>
      <vt:lpstr>Reflexión Final</vt:lpstr>
      <vt:lpstr>Gracias por su atención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Nayarethe Bailey cid</cp:lastModifiedBy>
  <cp:revision>395</cp:revision>
  <dcterms:created xsi:type="dcterms:W3CDTF">2013-01-27T09:14:16Z</dcterms:created>
  <dcterms:modified xsi:type="dcterms:W3CDTF">2025-12-17T23:14:38Z</dcterms:modified>
  <cp:category/>
</cp:coreProperties>
</file>
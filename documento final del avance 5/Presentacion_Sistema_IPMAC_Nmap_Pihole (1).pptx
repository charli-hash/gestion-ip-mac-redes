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63" r:id="rId11"/>
    <p:sldId id="272" r:id="rId12"/>
    <p:sldId id="273" r:id="rId13"/>
    <p:sldId id="264" r:id="rId14"/>
    <p:sldId id="265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5BA7F-1FF9-E91B-16FC-E2DDB074B5F9}" v="162" dt="2025-12-06T17:12:21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683C4F-CA47-48E4-99AD-0EF72F1C114E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B701AF-000B-49DB-B347-33E5EC77D91C}">
      <dgm:prSet/>
      <dgm:spPr/>
      <dgm:t>
        <a:bodyPr/>
        <a:lstStyle/>
        <a:p>
          <a:r>
            <a:rPr lang="en-US"/>
            <a:t>• Gran cantidad de dispositivos sin control ni registro centralizado.</a:t>
          </a:r>
        </a:p>
      </dgm:t>
    </dgm:pt>
    <dgm:pt modelId="{9ECCB361-1913-4527-9E80-6869CC6E67D2}" type="parTrans" cxnId="{C479FE1F-8365-4E00-8BD1-96ACEE4BFBC2}">
      <dgm:prSet/>
      <dgm:spPr/>
      <dgm:t>
        <a:bodyPr/>
        <a:lstStyle/>
        <a:p>
          <a:endParaRPr lang="en-US"/>
        </a:p>
      </dgm:t>
    </dgm:pt>
    <dgm:pt modelId="{F3D2061C-5B9D-4F7A-B23D-9ACB77CFFB0A}" type="sibTrans" cxnId="{C479FE1F-8365-4E00-8BD1-96ACEE4BFBC2}">
      <dgm:prSet/>
      <dgm:spPr/>
      <dgm:t>
        <a:bodyPr/>
        <a:lstStyle/>
        <a:p>
          <a:endParaRPr lang="en-US"/>
        </a:p>
      </dgm:t>
    </dgm:pt>
    <dgm:pt modelId="{70E47094-09DD-475E-95C0-538EFED0568B}">
      <dgm:prSet/>
      <dgm:spPr/>
      <dgm:t>
        <a:bodyPr/>
        <a:lstStyle/>
        <a:p>
          <a:r>
            <a:rPr lang="en-US"/>
            <a:t>• Conflictos de IP y sobrecarga de tráfico.</a:t>
          </a:r>
        </a:p>
      </dgm:t>
    </dgm:pt>
    <dgm:pt modelId="{DF24A303-3951-47A8-9C2A-25DE53DA5A8A}" type="parTrans" cxnId="{0D1496E6-39A9-4509-B5AA-3FC1A7AEA57E}">
      <dgm:prSet/>
      <dgm:spPr/>
      <dgm:t>
        <a:bodyPr/>
        <a:lstStyle/>
        <a:p>
          <a:endParaRPr lang="en-US"/>
        </a:p>
      </dgm:t>
    </dgm:pt>
    <dgm:pt modelId="{BF4EC0F1-C25C-4D2D-A6C0-3571B8A991D5}" type="sibTrans" cxnId="{0D1496E6-39A9-4509-B5AA-3FC1A7AEA57E}">
      <dgm:prSet/>
      <dgm:spPr/>
      <dgm:t>
        <a:bodyPr/>
        <a:lstStyle/>
        <a:p>
          <a:endParaRPr lang="en-US"/>
        </a:p>
      </dgm:t>
    </dgm:pt>
    <dgm:pt modelId="{2CD70327-4667-41B7-AD3A-1ABF7FDB58EF}">
      <dgm:prSet/>
      <dgm:spPr/>
      <dgm:t>
        <a:bodyPr/>
        <a:lstStyle/>
        <a:p>
          <a:r>
            <a:rPr lang="en-US"/>
            <a:t>• Falta de visibilidad sobre el uso de DNS.</a:t>
          </a:r>
        </a:p>
      </dgm:t>
    </dgm:pt>
    <dgm:pt modelId="{82C1BD07-2EE2-442E-862F-8A928BD26024}" type="parTrans" cxnId="{681F1CC8-4B85-4A65-9C28-5932C482738E}">
      <dgm:prSet/>
      <dgm:spPr/>
      <dgm:t>
        <a:bodyPr/>
        <a:lstStyle/>
        <a:p>
          <a:endParaRPr lang="en-US"/>
        </a:p>
      </dgm:t>
    </dgm:pt>
    <dgm:pt modelId="{579C83E1-C2AF-48BB-8E06-8864ADE6C98A}" type="sibTrans" cxnId="{681F1CC8-4B85-4A65-9C28-5932C482738E}">
      <dgm:prSet/>
      <dgm:spPr/>
      <dgm:t>
        <a:bodyPr/>
        <a:lstStyle/>
        <a:p>
          <a:endParaRPr lang="en-US"/>
        </a:p>
      </dgm:t>
    </dgm:pt>
    <dgm:pt modelId="{97D3D623-1DD9-4486-BD8A-DB95815B49BE}">
      <dgm:prSet/>
      <dgm:spPr/>
      <dgm:t>
        <a:bodyPr/>
        <a:lstStyle/>
        <a:p>
          <a:r>
            <a:rPr lang="en-US"/>
            <a:t>• Necesidad de un sistema eficiente, unificado y de bajo costo.</a:t>
          </a:r>
        </a:p>
      </dgm:t>
    </dgm:pt>
    <dgm:pt modelId="{C3CE9BDA-7770-4F42-ACCC-218CACC8FBE8}" type="parTrans" cxnId="{11304307-792D-4FFD-8BEC-F0C89CB8E88E}">
      <dgm:prSet/>
      <dgm:spPr/>
      <dgm:t>
        <a:bodyPr/>
        <a:lstStyle/>
        <a:p>
          <a:endParaRPr lang="en-US"/>
        </a:p>
      </dgm:t>
    </dgm:pt>
    <dgm:pt modelId="{8E342402-840C-414A-BF72-3FAB5475DBDE}" type="sibTrans" cxnId="{11304307-792D-4FFD-8BEC-F0C89CB8E88E}">
      <dgm:prSet/>
      <dgm:spPr/>
      <dgm:t>
        <a:bodyPr/>
        <a:lstStyle/>
        <a:p>
          <a:endParaRPr lang="en-US"/>
        </a:p>
      </dgm:t>
    </dgm:pt>
    <dgm:pt modelId="{2BCE8DF6-D9BD-4989-BBB0-0E69CF67F253}" type="pres">
      <dgm:prSet presAssocID="{F4683C4F-CA47-48E4-99AD-0EF72F1C114E}" presName="matrix" presStyleCnt="0">
        <dgm:presLayoutVars>
          <dgm:chMax val="1"/>
          <dgm:dir/>
          <dgm:resizeHandles val="exact"/>
        </dgm:presLayoutVars>
      </dgm:prSet>
      <dgm:spPr/>
    </dgm:pt>
    <dgm:pt modelId="{6E76D47A-E888-4575-B6F0-B18A2539F000}" type="pres">
      <dgm:prSet presAssocID="{F4683C4F-CA47-48E4-99AD-0EF72F1C114E}" presName="diamond" presStyleLbl="bgShp" presStyleIdx="0" presStyleCnt="1"/>
      <dgm:spPr/>
    </dgm:pt>
    <dgm:pt modelId="{E7B58C44-E5A0-48AC-92EC-F15E6D5E0864}" type="pres">
      <dgm:prSet presAssocID="{F4683C4F-CA47-48E4-99AD-0EF72F1C114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3BAD298-667D-4DDF-B79B-BFC425250BCB}" type="pres">
      <dgm:prSet presAssocID="{F4683C4F-CA47-48E4-99AD-0EF72F1C114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B65982F-EEB0-4772-B3F5-EADEBEB7BD5C}" type="pres">
      <dgm:prSet presAssocID="{F4683C4F-CA47-48E4-99AD-0EF72F1C114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309BCBF-4EDC-48B1-9710-2B5C9E4D19AE}" type="pres">
      <dgm:prSet presAssocID="{F4683C4F-CA47-48E4-99AD-0EF72F1C114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1304307-792D-4FFD-8BEC-F0C89CB8E88E}" srcId="{F4683C4F-CA47-48E4-99AD-0EF72F1C114E}" destId="{97D3D623-1DD9-4486-BD8A-DB95815B49BE}" srcOrd="3" destOrd="0" parTransId="{C3CE9BDA-7770-4F42-ACCC-218CACC8FBE8}" sibTransId="{8E342402-840C-414A-BF72-3FAB5475DBDE}"/>
    <dgm:cxn modelId="{C479FE1F-8365-4E00-8BD1-96ACEE4BFBC2}" srcId="{F4683C4F-CA47-48E4-99AD-0EF72F1C114E}" destId="{EDB701AF-000B-49DB-B347-33E5EC77D91C}" srcOrd="0" destOrd="0" parTransId="{9ECCB361-1913-4527-9E80-6869CC6E67D2}" sibTransId="{F3D2061C-5B9D-4F7A-B23D-9ACB77CFFB0A}"/>
    <dgm:cxn modelId="{42724542-9264-44C3-A468-39634111EFDF}" type="presOf" srcId="{F4683C4F-CA47-48E4-99AD-0EF72F1C114E}" destId="{2BCE8DF6-D9BD-4989-BBB0-0E69CF67F253}" srcOrd="0" destOrd="0" presId="urn:microsoft.com/office/officeart/2005/8/layout/matrix3"/>
    <dgm:cxn modelId="{9EC3ACB1-CEF0-4D1F-BD3B-AD4437007ADC}" type="presOf" srcId="{97D3D623-1DD9-4486-BD8A-DB95815B49BE}" destId="{F309BCBF-4EDC-48B1-9710-2B5C9E4D19AE}" srcOrd="0" destOrd="0" presId="urn:microsoft.com/office/officeart/2005/8/layout/matrix3"/>
    <dgm:cxn modelId="{2178C8B4-B5E2-4B7D-B483-C35290E2880E}" type="presOf" srcId="{EDB701AF-000B-49DB-B347-33E5EC77D91C}" destId="{E7B58C44-E5A0-48AC-92EC-F15E6D5E0864}" srcOrd="0" destOrd="0" presId="urn:microsoft.com/office/officeart/2005/8/layout/matrix3"/>
    <dgm:cxn modelId="{45202FBD-1A78-45E1-B8C3-1D5E363D905C}" type="presOf" srcId="{70E47094-09DD-475E-95C0-538EFED0568B}" destId="{E3BAD298-667D-4DDF-B79B-BFC425250BCB}" srcOrd="0" destOrd="0" presId="urn:microsoft.com/office/officeart/2005/8/layout/matrix3"/>
    <dgm:cxn modelId="{AF35D2BF-F2BA-4762-82D3-197D39ACD802}" type="presOf" srcId="{2CD70327-4667-41B7-AD3A-1ABF7FDB58EF}" destId="{1B65982F-EEB0-4772-B3F5-EADEBEB7BD5C}" srcOrd="0" destOrd="0" presId="urn:microsoft.com/office/officeart/2005/8/layout/matrix3"/>
    <dgm:cxn modelId="{681F1CC8-4B85-4A65-9C28-5932C482738E}" srcId="{F4683C4F-CA47-48E4-99AD-0EF72F1C114E}" destId="{2CD70327-4667-41B7-AD3A-1ABF7FDB58EF}" srcOrd="2" destOrd="0" parTransId="{82C1BD07-2EE2-442E-862F-8A928BD26024}" sibTransId="{579C83E1-C2AF-48BB-8E06-8864ADE6C98A}"/>
    <dgm:cxn modelId="{0D1496E6-39A9-4509-B5AA-3FC1A7AEA57E}" srcId="{F4683C4F-CA47-48E4-99AD-0EF72F1C114E}" destId="{70E47094-09DD-475E-95C0-538EFED0568B}" srcOrd="1" destOrd="0" parTransId="{DF24A303-3951-47A8-9C2A-25DE53DA5A8A}" sibTransId="{BF4EC0F1-C25C-4D2D-A6C0-3571B8A991D5}"/>
    <dgm:cxn modelId="{7CC77D95-E85E-4A4C-853B-F6B2B4038F64}" type="presParOf" srcId="{2BCE8DF6-D9BD-4989-BBB0-0E69CF67F253}" destId="{6E76D47A-E888-4575-B6F0-B18A2539F000}" srcOrd="0" destOrd="0" presId="urn:microsoft.com/office/officeart/2005/8/layout/matrix3"/>
    <dgm:cxn modelId="{A698C592-02A2-46D7-9878-70794BCD4AEC}" type="presParOf" srcId="{2BCE8DF6-D9BD-4989-BBB0-0E69CF67F253}" destId="{E7B58C44-E5A0-48AC-92EC-F15E6D5E0864}" srcOrd="1" destOrd="0" presId="urn:microsoft.com/office/officeart/2005/8/layout/matrix3"/>
    <dgm:cxn modelId="{07B6A1C7-3E5C-4527-BEEA-62A420E87BAB}" type="presParOf" srcId="{2BCE8DF6-D9BD-4989-BBB0-0E69CF67F253}" destId="{E3BAD298-667D-4DDF-B79B-BFC425250BCB}" srcOrd="2" destOrd="0" presId="urn:microsoft.com/office/officeart/2005/8/layout/matrix3"/>
    <dgm:cxn modelId="{65D38DA3-0F66-4A90-869F-DCD0CDC79521}" type="presParOf" srcId="{2BCE8DF6-D9BD-4989-BBB0-0E69CF67F253}" destId="{1B65982F-EEB0-4772-B3F5-EADEBEB7BD5C}" srcOrd="3" destOrd="0" presId="urn:microsoft.com/office/officeart/2005/8/layout/matrix3"/>
    <dgm:cxn modelId="{31EFC1B1-2ED6-47C4-B581-9E89097FCB0D}" type="presParOf" srcId="{2BCE8DF6-D9BD-4989-BBB0-0E69CF67F253}" destId="{F309BCBF-4EDC-48B1-9710-2B5C9E4D19A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2035A3-CF38-45BE-874C-760FFF0DEAC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F0C2EF-9170-4365-9394-4C4FD66103A1}">
      <dgm:prSet/>
      <dgm:spPr/>
      <dgm:t>
        <a:bodyPr/>
        <a:lstStyle/>
        <a:p>
          <a:r>
            <a:rPr lang="en-US"/>
            <a:t>• Enfoque Bazar: colaboración abierta y evolución constante.</a:t>
          </a:r>
        </a:p>
      </dgm:t>
    </dgm:pt>
    <dgm:pt modelId="{4E6EF733-D462-4BA9-9BF1-34DCC5F61871}" type="parTrans" cxnId="{7E18FD22-9EDE-47FE-B549-2C790C0383D8}">
      <dgm:prSet/>
      <dgm:spPr/>
      <dgm:t>
        <a:bodyPr/>
        <a:lstStyle/>
        <a:p>
          <a:endParaRPr lang="en-US"/>
        </a:p>
      </dgm:t>
    </dgm:pt>
    <dgm:pt modelId="{4B288C77-4195-4A08-BF68-225E192F1842}" type="sibTrans" cxnId="{7E18FD22-9EDE-47FE-B549-2C790C0383D8}">
      <dgm:prSet/>
      <dgm:spPr/>
      <dgm:t>
        <a:bodyPr/>
        <a:lstStyle/>
        <a:p>
          <a:endParaRPr lang="en-US"/>
        </a:p>
      </dgm:t>
    </dgm:pt>
    <dgm:pt modelId="{3EC6CC62-95A8-496A-9B09-20DD2EC17B80}">
      <dgm:prSet/>
      <dgm:spPr/>
      <dgm:t>
        <a:bodyPr/>
        <a:lstStyle/>
        <a:p>
          <a:r>
            <a:rPr lang="en-US"/>
            <a:t>• Herramientas open source: Nmap, Pi-hole, PHP, MySQL.</a:t>
          </a:r>
        </a:p>
      </dgm:t>
    </dgm:pt>
    <dgm:pt modelId="{569B788E-B996-4277-9E78-6BE67A280D9B}" type="parTrans" cxnId="{73D209AF-B081-46CE-8F9A-CF7480CAC561}">
      <dgm:prSet/>
      <dgm:spPr/>
      <dgm:t>
        <a:bodyPr/>
        <a:lstStyle/>
        <a:p>
          <a:endParaRPr lang="en-US"/>
        </a:p>
      </dgm:t>
    </dgm:pt>
    <dgm:pt modelId="{B5B6C95E-1C7D-4647-B572-F94B9D419DA3}" type="sibTrans" cxnId="{73D209AF-B081-46CE-8F9A-CF7480CAC561}">
      <dgm:prSet/>
      <dgm:spPr/>
      <dgm:t>
        <a:bodyPr/>
        <a:lstStyle/>
        <a:p>
          <a:endParaRPr lang="en-US"/>
        </a:p>
      </dgm:t>
    </dgm:pt>
    <dgm:pt modelId="{543B3AE2-F8C7-4D81-BA0D-934CDD4783B2}">
      <dgm:prSet/>
      <dgm:spPr/>
      <dgm:t>
        <a:bodyPr/>
        <a:lstStyle/>
        <a:p>
          <a:r>
            <a:rPr lang="en-US"/>
            <a:t>• Promueve accesibilidad, adaptabilidad y mejora continua.</a:t>
          </a:r>
        </a:p>
      </dgm:t>
    </dgm:pt>
    <dgm:pt modelId="{03B1068D-67CC-40BF-BAFA-875D942D704B}" type="parTrans" cxnId="{2EB5BFE9-4D7F-49C5-80BD-E9C4EECE620C}">
      <dgm:prSet/>
      <dgm:spPr/>
      <dgm:t>
        <a:bodyPr/>
        <a:lstStyle/>
        <a:p>
          <a:endParaRPr lang="en-US"/>
        </a:p>
      </dgm:t>
    </dgm:pt>
    <dgm:pt modelId="{3CCD7E36-6D66-46A1-A1E7-EBB9216291EE}" type="sibTrans" cxnId="{2EB5BFE9-4D7F-49C5-80BD-E9C4EECE620C}">
      <dgm:prSet/>
      <dgm:spPr/>
      <dgm:t>
        <a:bodyPr/>
        <a:lstStyle/>
        <a:p>
          <a:endParaRPr lang="en-US"/>
        </a:p>
      </dgm:t>
    </dgm:pt>
    <dgm:pt modelId="{FBDD7292-8F32-4145-A7A1-A0FC88E608E1}">
      <dgm:prSet/>
      <dgm:spPr/>
      <dgm:t>
        <a:bodyPr/>
        <a:lstStyle/>
        <a:p>
          <a:r>
            <a:rPr lang="en-US"/>
            <a:t>• Contribuye al aprendizaje colectivo y reutilización tecnológica.</a:t>
          </a:r>
        </a:p>
      </dgm:t>
    </dgm:pt>
    <dgm:pt modelId="{7020EEAA-0C0C-4D6B-82DE-C9799B38C162}" type="parTrans" cxnId="{0DCE1B7E-5AAE-4828-B79E-1D33C70888E3}">
      <dgm:prSet/>
      <dgm:spPr/>
      <dgm:t>
        <a:bodyPr/>
        <a:lstStyle/>
        <a:p>
          <a:endParaRPr lang="en-US"/>
        </a:p>
      </dgm:t>
    </dgm:pt>
    <dgm:pt modelId="{BF5218DB-AA26-4700-AA73-FF8796F88B59}" type="sibTrans" cxnId="{0DCE1B7E-5AAE-4828-B79E-1D33C70888E3}">
      <dgm:prSet/>
      <dgm:spPr/>
      <dgm:t>
        <a:bodyPr/>
        <a:lstStyle/>
        <a:p>
          <a:endParaRPr lang="en-US"/>
        </a:p>
      </dgm:t>
    </dgm:pt>
    <dgm:pt modelId="{2CAF1976-A124-4C32-9EC5-629A5D0592BA}" type="pres">
      <dgm:prSet presAssocID="{972035A3-CF38-45BE-874C-760FFF0DEAC5}" presName="diagram" presStyleCnt="0">
        <dgm:presLayoutVars>
          <dgm:dir/>
          <dgm:resizeHandles val="exact"/>
        </dgm:presLayoutVars>
      </dgm:prSet>
      <dgm:spPr/>
    </dgm:pt>
    <dgm:pt modelId="{140EA175-DF3F-4C84-8B50-5B11076475E2}" type="pres">
      <dgm:prSet presAssocID="{71F0C2EF-9170-4365-9394-4C4FD66103A1}" presName="node" presStyleLbl="node1" presStyleIdx="0" presStyleCnt="4">
        <dgm:presLayoutVars>
          <dgm:bulletEnabled val="1"/>
        </dgm:presLayoutVars>
      </dgm:prSet>
      <dgm:spPr/>
    </dgm:pt>
    <dgm:pt modelId="{B50850E5-5BB6-4463-A9A9-F2AD51CB63BF}" type="pres">
      <dgm:prSet presAssocID="{4B288C77-4195-4A08-BF68-225E192F1842}" presName="sibTrans" presStyleCnt="0"/>
      <dgm:spPr/>
    </dgm:pt>
    <dgm:pt modelId="{DA34090E-6C94-4C78-A4F9-BE4BF123D889}" type="pres">
      <dgm:prSet presAssocID="{3EC6CC62-95A8-496A-9B09-20DD2EC17B80}" presName="node" presStyleLbl="node1" presStyleIdx="1" presStyleCnt="4">
        <dgm:presLayoutVars>
          <dgm:bulletEnabled val="1"/>
        </dgm:presLayoutVars>
      </dgm:prSet>
      <dgm:spPr/>
    </dgm:pt>
    <dgm:pt modelId="{75CA0946-6575-4655-968D-499C5F404C48}" type="pres">
      <dgm:prSet presAssocID="{B5B6C95E-1C7D-4647-B572-F94B9D419DA3}" presName="sibTrans" presStyleCnt="0"/>
      <dgm:spPr/>
    </dgm:pt>
    <dgm:pt modelId="{3D316C70-3065-450B-8DEB-7CD7B1325740}" type="pres">
      <dgm:prSet presAssocID="{543B3AE2-F8C7-4D81-BA0D-934CDD4783B2}" presName="node" presStyleLbl="node1" presStyleIdx="2" presStyleCnt="4">
        <dgm:presLayoutVars>
          <dgm:bulletEnabled val="1"/>
        </dgm:presLayoutVars>
      </dgm:prSet>
      <dgm:spPr/>
    </dgm:pt>
    <dgm:pt modelId="{26003B2D-D393-4D9F-9365-AA928143F3E3}" type="pres">
      <dgm:prSet presAssocID="{3CCD7E36-6D66-46A1-A1E7-EBB9216291EE}" presName="sibTrans" presStyleCnt="0"/>
      <dgm:spPr/>
    </dgm:pt>
    <dgm:pt modelId="{AE7A47F0-F273-4B2A-B698-DD91604EDD4D}" type="pres">
      <dgm:prSet presAssocID="{FBDD7292-8F32-4145-A7A1-A0FC88E608E1}" presName="node" presStyleLbl="node1" presStyleIdx="3" presStyleCnt="4">
        <dgm:presLayoutVars>
          <dgm:bulletEnabled val="1"/>
        </dgm:presLayoutVars>
      </dgm:prSet>
      <dgm:spPr/>
    </dgm:pt>
  </dgm:ptLst>
  <dgm:cxnLst>
    <dgm:cxn modelId="{8497EE0B-C55D-43A0-9892-EA3447AA2DBE}" type="presOf" srcId="{3EC6CC62-95A8-496A-9B09-20DD2EC17B80}" destId="{DA34090E-6C94-4C78-A4F9-BE4BF123D889}" srcOrd="0" destOrd="0" presId="urn:microsoft.com/office/officeart/2005/8/layout/default"/>
    <dgm:cxn modelId="{F066D615-79F6-4F1F-A717-96D1741C5A42}" type="presOf" srcId="{972035A3-CF38-45BE-874C-760FFF0DEAC5}" destId="{2CAF1976-A124-4C32-9EC5-629A5D0592BA}" srcOrd="0" destOrd="0" presId="urn:microsoft.com/office/officeart/2005/8/layout/default"/>
    <dgm:cxn modelId="{7E18FD22-9EDE-47FE-B549-2C790C0383D8}" srcId="{972035A3-CF38-45BE-874C-760FFF0DEAC5}" destId="{71F0C2EF-9170-4365-9394-4C4FD66103A1}" srcOrd="0" destOrd="0" parTransId="{4E6EF733-D462-4BA9-9BF1-34DCC5F61871}" sibTransId="{4B288C77-4195-4A08-BF68-225E192F1842}"/>
    <dgm:cxn modelId="{EC1FF338-A4CC-46C6-BE5E-BBEFB0CE2A20}" type="presOf" srcId="{FBDD7292-8F32-4145-A7A1-A0FC88E608E1}" destId="{AE7A47F0-F273-4B2A-B698-DD91604EDD4D}" srcOrd="0" destOrd="0" presId="urn:microsoft.com/office/officeart/2005/8/layout/default"/>
    <dgm:cxn modelId="{A4935C6F-00BA-4932-81E3-18FDA2BFB4A1}" type="presOf" srcId="{71F0C2EF-9170-4365-9394-4C4FD66103A1}" destId="{140EA175-DF3F-4C84-8B50-5B11076475E2}" srcOrd="0" destOrd="0" presId="urn:microsoft.com/office/officeart/2005/8/layout/default"/>
    <dgm:cxn modelId="{0DCE1B7E-5AAE-4828-B79E-1D33C70888E3}" srcId="{972035A3-CF38-45BE-874C-760FFF0DEAC5}" destId="{FBDD7292-8F32-4145-A7A1-A0FC88E608E1}" srcOrd="3" destOrd="0" parTransId="{7020EEAA-0C0C-4D6B-82DE-C9799B38C162}" sibTransId="{BF5218DB-AA26-4700-AA73-FF8796F88B59}"/>
    <dgm:cxn modelId="{73D209AF-B081-46CE-8F9A-CF7480CAC561}" srcId="{972035A3-CF38-45BE-874C-760FFF0DEAC5}" destId="{3EC6CC62-95A8-496A-9B09-20DD2EC17B80}" srcOrd="1" destOrd="0" parTransId="{569B788E-B996-4277-9E78-6BE67A280D9B}" sibTransId="{B5B6C95E-1C7D-4647-B572-F94B9D419DA3}"/>
    <dgm:cxn modelId="{2EB5BFE9-4D7F-49C5-80BD-E9C4EECE620C}" srcId="{972035A3-CF38-45BE-874C-760FFF0DEAC5}" destId="{543B3AE2-F8C7-4D81-BA0D-934CDD4783B2}" srcOrd="2" destOrd="0" parTransId="{03B1068D-67CC-40BF-BAFA-875D942D704B}" sibTransId="{3CCD7E36-6D66-46A1-A1E7-EBB9216291EE}"/>
    <dgm:cxn modelId="{84E9FAEF-C9B1-4C30-ABFC-BE8C0BA141A6}" type="presOf" srcId="{543B3AE2-F8C7-4D81-BA0D-934CDD4783B2}" destId="{3D316C70-3065-450B-8DEB-7CD7B1325740}" srcOrd="0" destOrd="0" presId="urn:microsoft.com/office/officeart/2005/8/layout/default"/>
    <dgm:cxn modelId="{D413579A-AD34-4014-BD0F-097833EBC0B3}" type="presParOf" srcId="{2CAF1976-A124-4C32-9EC5-629A5D0592BA}" destId="{140EA175-DF3F-4C84-8B50-5B11076475E2}" srcOrd="0" destOrd="0" presId="urn:microsoft.com/office/officeart/2005/8/layout/default"/>
    <dgm:cxn modelId="{0CE16F92-E3A4-4147-BBF5-838422510BC1}" type="presParOf" srcId="{2CAF1976-A124-4C32-9EC5-629A5D0592BA}" destId="{B50850E5-5BB6-4463-A9A9-F2AD51CB63BF}" srcOrd="1" destOrd="0" presId="urn:microsoft.com/office/officeart/2005/8/layout/default"/>
    <dgm:cxn modelId="{B686CF3C-C1CF-429D-B9EC-F145EC9380BC}" type="presParOf" srcId="{2CAF1976-A124-4C32-9EC5-629A5D0592BA}" destId="{DA34090E-6C94-4C78-A4F9-BE4BF123D889}" srcOrd="2" destOrd="0" presId="urn:microsoft.com/office/officeart/2005/8/layout/default"/>
    <dgm:cxn modelId="{55BE6547-5DBB-4625-8F8B-554E424C6E67}" type="presParOf" srcId="{2CAF1976-A124-4C32-9EC5-629A5D0592BA}" destId="{75CA0946-6575-4655-968D-499C5F404C48}" srcOrd="3" destOrd="0" presId="urn:microsoft.com/office/officeart/2005/8/layout/default"/>
    <dgm:cxn modelId="{F6DF6D17-44E3-445A-88B3-72884C3E34EB}" type="presParOf" srcId="{2CAF1976-A124-4C32-9EC5-629A5D0592BA}" destId="{3D316C70-3065-450B-8DEB-7CD7B1325740}" srcOrd="4" destOrd="0" presId="urn:microsoft.com/office/officeart/2005/8/layout/default"/>
    <dgm:cxn modelId="{15DCAA87-FF06-4BC7-96B6-402804178B4D}" type="presParOf" srcId="{2CAF1976-A124-4C32-9EC5-629A5D0592BA}" destId="{26003B2D-D393-4D9F-9365-AA928143F3E3}" srcOrd="5" destOrd="0" presId="urn:microsoft.com/office/officeart/2005/8/layout/default"/>
    <dgm:cxn modelId="{35BAC9D9-BEB7-48D4-8D41-5B40F84C556C}" type="presParOf" srcId="{2CAF1976-A124-4C32-9EC5-629A5D0592BA}" destId="{AE7A47F0-F273-4B2A-B698-DD91604EDD4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7CF73D-6A2F-4450-82C4-B2692A9B2FA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BFCFD1A-F755-4481-BE06-C5C6A612BC35}">
      <dgm:prSet/>
      <dgm:spPr/>
      <dgm:t>
        <a:bodyPr/>
        <a:lstStyle/>
        <a:p>
          <a:r>
            <a:rPr lang="en-US"/>
            <a:t>• Aplicable a distintos rubros:</a:t>
          </a:r>
        </a:p>
      </dgm:t>
    </dgm:pt>
    <dgm:pt modelId="{9EAD28CA-597B-4873-AD7D-F46537C8ACE0}" type="parTrans" cxnId="{66A5EC49-87C3-4DEC-B16F-63BA85564280}">
      <dgm:prSet/>
      <dgm:spPr/>
      <dgm:t>
        <a:bodyPr/>
        <a:lstStyle/>
        <a:p>
          <a:endParaRPr lang="en-US"/>
        </a:p>
      </dgm:t>
    </dgm:pt>
    <dgm:pt modelId="{146FDF9E-11DE-4387-8A59-D9C136ADDE4E}" type="sibTrans" cxnId="{66A5EC49-87C3-4DEC-B16F-63BA85564280}">
      <dgm:prSet/>
      <dgm:spPr/>
      <dgm:t>
        <a:bodyPr/>
        <a:lstStyle/>
        <a:p>
          <a:endParaRPr lang="en-US"/>
        </a:p>
      </dgm:t>
    </dgm:pt>
    <dgm:pt modelId="{5434E3FC-EF3B-40D5-80D7-7BD19EB17D48}">
      <dgm:prSet/>
      <dgm:spPr/>
      <dgm:t>
        <a:bodyPr/>
        <a:lstStyle/>
        <a:p>
          <a:r>
            <a:rPr lang="en-US"/>
            <a:t>- Educación (control de laboratorios)</a:t>
          </a:r>
        </a:p>
      </dgm:t>
    </dgm:pt>
    <dgm:pt modelId="{03E2D6D4-603C-42EA-8580-A91A7CFDAFE4}" type="parTrans" cxnId="{0C41C904-EAE5-4B89-A691-8AA06FF734D7}">
      <dgm:prSet/>
      <dgm:spPr/>
      <dgm:t>
        <a:bodyPr/>
        <a:lstStyle/>
        <a:p>
          <a:endParaRPr lang="en-US"/>
        </a:p>
      </dgm:t>
    </dgm:pt>
    <dgm:pt modelId="{5E02B16C-046E-47D7-BC9E-E55B9F40C52C}" type="sibTrans" cxnId="{0C41C904-EAE5-4B89-A691-8AA06FF734D7}">
      <dgm:prSet/>
      <dgm:spPr/>
      <dgm:t>
        <a:bodyPr/>
        <a:lstStyle/>
        <a:p>
          <a:endParaRPr lang="en-US"/>
        </a:p>
      </dgm:t>
    </dgm:pt>
    <dgm:pt modelId="{9CF7EE45-49B5-40E3-8F34-D782950E5287}">
      <dgm:prSet/>
      <dgm:spPr/>
      <dgm:t>
        <a:bodyPr/>
        <a:lstStyle/>
        <a:p>
          <a:r>
            <a:rPr lang="en-US"/>
            <a:t>- Empresas e instituciones públicas (seguridad de red)</a:t>
          </a:r>
        </a:p>
      </dgm:t>
    </dgm:pt>
    <dgm:pt modelId="{65B746A8-04C6-4392-AB60-3E8ED13CC7DF}" type="parTrans" cxnId="{E75F392B-65D3-42C3-8358-F0703C9DDA8B}">
      <dgm:prSet/>
      <dgm:spPr/>
      <dgm:t>
        <a:bodyPr/>
        <a:lstStyle/>
        <a:p>
          <a:endParaRPr lang="en-US"/>
        </a:p>
      </dgm:t>
    </dgm:pt>
    <dgm:pt modelId="{323511DC-55A0-4E8F-AB1D-56A0B0A64D34}" type="sibTrans" cxnId="{E75F392B-65D3-42C3-8358-F0703C9DDA8B}">
      <dgm:prSet/>
      <dgm:spPr/>
      <dgm:t>
        <a:bodyPr/>
        <a:lstStyle/>
        <a:p>
          <a:endParaRPr lang="en-US"/>
        </a:p>
      </dgm:t>
    </dgm:pt>
    <dgm:pt modelId="{0A933CEA-147A-4809-9428-B0DE41E6DF7F}">
      <dgm:prSet/>
      <dgm:spPr/>
      <dgm:t>
        <a:bodyPr/>
        <a:lstStyle/>
        <a:p>
          <a:r>
            <a:rPr lang="en-US"/>
            <a:t>- PYMEs y hogares inteligentes</a:t>
          </a:r>
        </a:p>
      </dgm:t>
    </dgm:pt>
    <dgm:pt modelId="{2B8FC697-ED2C-4C80-9005-4419E2F17802}" type="parTrans" cxnId="{15998765-5938-4866-8A29-AE14282B3747}">
      <dgm:prSet/>
      <dgm:spPr/>
      <dgm:t>
        <a:bodyPr/>
        <a:lstStyle/>
        <a:p>
          <a:endParaRPr lang="en-US"/>
        </a:p>
      </dgm:t>
    </dgm:pt>
    <dgm:pt modelId="{D4985F6F-0869-4690-AAFD-84B75F4761C1}" type="sibTrans" cxnId="{15998765-5938-4866-8A29-AE14282B3747}">
      <dgm:prSet/>
      <dgm:spPr/>
      <dgm:t>
        <a:bodyPr/>
        <a:lstStyle/>
        <a:p>
          <a:endParaRPr lang="en-US"/>
        </a:p>
      </dgm:t>
    </dgm:pt>
    <dgm:pt modelId="{BE821C72-677A-472A-8BD8-0B9BE73CE544}">
      <dgm:prSet/>
      <dgm:spPr/>
      <dgm:t>
        <a:bodyPr/>
        <a:lstStyle/>
        <a:p>
          <a:r>
            <a:rPr lang="en-US"/>
            <a:t>• Integración modular y escalable.</a:t>
          </a:r>
        </a:p>
      </dgm:t>
    </dgm:pt>
    <dgm:pt modelId="{84D03ED9-629E-4375-80DE-ABC689EFA1E4}" type="parTrans" cxnId="{B81DB6E5-A068-4527-B102-2B24A83CF947}">
      <dgm:prSet/>
      <dgm:spPr/>
      <dgm:t>
        <a:bodyPr/>
        <a:lstStyle/>
        <a:p>
          <a:endParaRPr lang="en-US"/>
        </a:p>
      </dgm:t>
    </dgm:pt>
    <dgm:pt modelId="{1A171E96-3CB7-4708-B5A7-99B2CC6AF5B9}" type="sibTrans" cxnId="{B81DB6E5-A068-4527-B102-2B24A83CF947}">
      <dgm:prSet/>
      <dgm:spPr/>
      <dgm:t>
        <a:bodyPr/>
        <a:lstStyle/>
        <a:p>
          <a:endParaRPr lang="en-US"/>
        </a:p>
      </dgm:t>
    </dgm:pt>
    <dgm:pt modelId="{A26879E0-147C-42CD-9773-9A379F6D5F58}">
      <dgm:prSet/>
      <dgm:spPr/>
      <dgm:t>
        <a:bodyPr/>
        <a:lstStyle/>
        <a:p>
          <a:r>
            <a:rPr lang="en-US"/>
            <a:t>• Base para futuras versiones con API REST y notificaciones automáticas.</a:t>
          </a:r>
        </a:p>
      </dgm:t>
    </dgm:pt>
    <dgm:pt modelId="{878A8C92-2211-4BE0-9038-74754CA3405D}" type="parTrans" cxnId="{3A2943F2-B93A-4A3D-A2C0-EABFCDB9E739}">
      <dgm:prSet/>
      <dgm:spPr/>
      <dgm:t>
        <a:bodyPr/>
        <a:lstStyle/>
        <a:p>
          <a:endParaRPr lang="en-US"/>
        </a:p>
      </dgm:t>
    </dgm:pt>
    <dgm:pt modelId="{7F9BC9B9-8811-4474-B80B-BDE8CA31C4D3}" type="sibTrans" cxnId="{3A2943F2-B93A-4A3D-A2C0-EABFCDB9E739}">
      <dgm:prSet/>
      <dgm:spPr/>
      <dgm:t>
        <a:bodyPr/>
        <a:lstStyle/>
        <a:p>
          <a:endParaRPr lang="en-US"/>
        </a:p>
      </dgm:t>
    </dgm:pt>
    <dgm:pt modelId="{C39A32FE-D9DD-406F-AF94-88E8A9BF22A6}" type="pres">
      <dgm:prSet presAssocID="{357CF73D-6A2F-4450-82C4-B2692A9B2FAD}" presName="diagram" presStyleCnt="0">
        <dgm:presLayoutVars>
          <dgm:dir/>
          <dgm:resizeHandles val="exact"/>
        </dgm:presLayoutVars>
      </dgm:prSet>
      <dgm:spPr/>
    </dgm:pt>
    <dgm:pt modelId="{EECF318B-8F0D-49DD-9ABC-99C1A82E163D}" type="pres">
      <dgm:prSet presAssocID="{ABFCFD1A-F755-4481-BE06-C5C6A612BC35}" presName="node" presStyleLbl="node1" presStyleIdx="0" presStyleCnt="6">
        <dgm:presLayoutVars>
          <dgm:bulletEnabled val="1"/>
        </dgm:presLayoutVars>
      </dgm:prSet>
      <dgm:spPr/>
    </dgm:pt>
    <dgm:pt modelId="{88E21D75-0D9D-4011-AD7D-0A5D8627113D}" type="pres">
      <dgm:prSet presAssocID="{146FDF9E-11DE-4387-8A59-D9C136ADDE4E}" presName="sibTrans" presStyleCnt="0"/>
      <dgm:spPr/>
    </dgm:pt>
    <dgm:pt modelId="{CC31664A-7E58-4279-9D07-AF65D279E440}" type="pres">
      <dgm:prSet presAssocID="{5434E3FC-EF3B-40D5-80D7-7BD19EB17D48}" presName="node" presStyleLbl="node1" presStyleIdx="1" presStyleCnt="6">
        <dgm:presLayoutVars>
          <dgm:bulletEnabled val="1"/>
        </dgm:presLayoutVars>
      </dgm:prSet>
      <dgm:spPr/>
    </dgm:pt>
    <dgm:pt modelId="{7B08BBD5-9E79-4E54-8B3F-07894E0EE881}" type="pres">
      <dgm:prSet presAssocID="{5E02B16C-046E-47D7-BC9E-E55B9F40C52C}" presName="sibTrans" presStyleCnt="0"/>
      <dgm:spPr/>
    </dgm:pt>
    <dgm:pt modelId="{9B2816F2-6C67-4E78-A659-34405DA2E01B}" type="pres">
      <dgm:prSet presAssocID="{9CF7EE45-49B5-40E3-8F34-D782950E5287}" presName="node" presStyleLbl="node1" presStyleIdx="2" presStyleCnt="6">
        <dgm:presLayoutVars>
          <dgm:bulletEnabled val="1"/>
        </dgm:presLayoutVars>
      </dgm:prSet>
      <dgm:spPr/>
    </dgm:pt>
    <dgm:pt modelId="{10502818-1731-4FE7-B42C-880DFC854884}" type="pres">
      <dgm:prSet presAssocID="{323511DC-55A0-4E8F-AB1D-56A0B0A64D34}" presName="sibTrans" presStyleCnt="0"/>
      <dgm:spPr/>
    </dgm:pt>
    <dgm:pt modelId="{8157530F-31F0-450F-A0C2-B7FC61D3B9E5}" type="pres">
      <dgm:prSet presAssocID="{0A933CEA-147A-4809-9428-B0DE41E6DF7F}" presName="node" presStyleLbl="node1" presStyleIdx="3" presStyleCnt="6">
        <dgm:presLayoutVars>
          <dgm:bulletEnabled val="1"/>
        </dgm:presLayoutVars>
      </dgm:prSet>
      <dgm:spPr/>
    </dgm:pt>
    <dgm:pt modelId="{AB4A6995-2E8F-4B15-A536-03D7B722DF4F}" type="pres">
      <dgm:prSet presAssocID="{D4985F6F-0869-4690-AAFD-84B75F4761C1}" presName="sibTrans" presStyleCnt="0"/>
      <dgm:spPr/>
    </dgm:pt>
    <dgm:pt modelId="{62484E8C-C095-4ADC-A0A0-1003D4C61C1C}" type="pres">
      <dgm:prSet presAssocID="{BE821C72-677A-472A-8BD8-0B9BE73CE544}" presName="node" presStyleLbl="node1" presStyleIdx="4" presStyleCnt="6">
        <dgm:presLayoutVars>
          <dgm:bulletEnabled val="1"/>
        </dgm:presLayoutVars>
      </dgm:prSet>
      <dgm:spPr/>
    </dgm:pt>
    <dgm:pt modelId="{E66DADFF-C1F5-4709-8A42-0956415393C7}" type="pres">
      <dgm:prSet presAssocID="{1A171E96-3CB7-4708-B5A7-99B2CC6AF5B9}" presName="sibTrans" presStyleCnt="0"/>
      <dgm:spPr/>
    </dgm:pt>
    <dgm:pt modelId="{75172F41-0248-44A7-9BBC-BB395B330E9C}" type="pres">
      <dgm:prSet presAssocID="{A26879E0-147C-42CD-9773-9A379F6D5F58}" presName="node" presStyleLbl="node1" presStyleIdx="5" presStyleCnt="6">
        <dgm:presLayoutVars>
          <dgm:bulletEnabled val="1"/>
        </dgm:presLayoutVars>
      </dgm:prSet>
      <dgm:spPr/>
    </dgm:pt>
  </dgm:ptLst>
  <dgm:cxnLst>
    <dgm:cxn modelId="{0C41C904-EAE5-4B89-A691-8AA06FF734D7}" srcId="{357CF73D-6A2F-4450-82C4-B2692A9B2FAD}" destId="{5434E3FC-EF3B-40D5-80D7-7BD19EB17D48}" srcOrd="1" destOrd="0" parTransId="{03E2D6D4-603C-42EA-8580-A91A7CFDAFE4}" sibTransId="{5E02B16C-046E-47D7-BC9E-E55B9F40C52C}"/>
    <dgm:cxn modelId="{47E49815-0894-4C36-A24E-3DE4168296CF}" type="presOf" srcId="{BE821C72-677A-472A-8BD8-0B9BE73CE544}" destId="{62484E8C-C095-4ADC-A0A0-1003D4C61C1C}" srcOrd="0" destOrd="0" presId="urn:microsoft.com/office/officeart/2005/8/layout/default"/>
    <dgm:cxn modelId="{EA29411F-03B3-420A-8ECA-77FC4EDFADA3}" type="presOf" srcId="{ABFCFD1A-F755-4481-BE06-C5C6A612BC35}" destId="{EECF318B-8F0D-49DD-9ABC-99C1A82E163D}" srcOrd="0" destOrd="0" presId="urn:microsoft.com/office/officeart/2005/8/layout/default"/>
    <dgm:cxn modelId="{E75F392B-65D3-42C3-8358-F0703C9DDA8B}" srcId="{357CF73D-6A2F-4450-82C4-B2692A9B2FAD}" destId="{9CF7EE45-49B5-40E3-8F34-D782950E5287}" srcOrd="2" destOrd="0" parTransId="{65B746A8-04C6-4392-AB60-3E8ED13CC7DF}" sibTransId="{323511DC-55A0-4E8F-AB1D-56A0B0A64D34}"/>
    <dgm:cxn modelId="{DC519A39-A9DB-490A-BB3E-6FB2F6BF3CE7}" type="presOf" srcId="{A26879E0-147C-42CD-9773-9A379F6D5F58}" destId="{75172F41-0248-44A7-9BBC-BB395B330E9C}" srcOrd="0" destOrd="0" presId="urn:microsoft.com/office/officeart/2005/8/layout/default"/>
    <dgm:cxn modelId="{15998765-5938-4866-8A29-AE14282B3747}" srcId="{357CF73D-6A2F-4450-82C4-B2692A9B2FAD}" destId="{0A933CEA-147A-4809-9428-B0DE41E6DF7F}" srcOrd="3" destOrd="0" parTransId="{2B8FC697-ED2C-4C80-9005-4419E2F17802}" sibTransId="{D4985F6F-0869-4690-AAFD-84B75F4761C1}"/>
    <dgm:cxn modelId="{66A5EC49-87C3-4DEC-B16F-63BA85564280}" srcId="{357CF73D-6A2F-4450-82C4-B2692A9B2FAD}" destId="{ABFCFD1A-F755-4481-BE06-C5C6A612BC35}" srcOrd="0" destOrd="0" parTransId="{9EAD28CA-597B-4873-AD7D-F46537C8ACE0}" sibTransId="{146FDF9E-11DE-4387-8A59-D9C136ADDE4E}"/>
    <dgm:cxn modelId="{36551580-C517-47B4-8C71-18D7AEF90977}" type="presOf" srcId="{357CF73D-6A2F-4450-82C4-B2692A9B2FAD}" destId="{C39A32FE-D9DD-406F-AF94-88E8A9BF22A6}" srcOrd="0" destOrd="0" presId="urn:microsoft.com/office/officeart/2005/8/layout/default"/>
    <dgm:cxn modelId="{DC915599-8531-407E-BC5C-985A567BC87A}" type="presOf" srcId="{5434E3FC-EF3B-40D5-80D7-7BD19EB17D48}" destId="{CC31664A-7E58-4279-9D07-AF65D279E440}" srcOrd="0" destOrd="0" presId="urn:microsoft.com/office/officeart/2005/8/layout/default"/>
    <dgm:cxn modelId="{50230BDA-A336-4692-A023-CBC2D0D1A5CA}" type="presOf" srcId="{0A933CEA-147A-4809-9428-B0DE41E6DF7F}" destId="{8157530F-31F0-450F-A0C2-B7FC61D3B9E5}" srcOrd="0" destOrd="0" presId="urn:microsoft.com/office/officeart/2005/8/layout/default"/>
    <dgm:cxn modelId="{B81DB6E5-A068-4527-B102-2B24A83CF947}" srcId="{357CF73D-6A2F-4450-82C4-B2692A9B2FAD}" destId="{BE821C72-677A-472A-8BD8-0B9BE73CE544}" srcOrd="4" destOrd="0" parTransId="{84D03ED9-629E-4375-80DE-ABC689EFA1E4}" sibTransId="{1A171E96-3CB7-4708-B5A7-99B2CC6AF5B9}"/>
    <dgm:cxn modelId="{3A2943F2-B93A-4A3D-A2C0-EABFCDB9E739}" srcId="{357CF73D-6A2F-4450-82C4-B2692A9B2FAD}" destId="{A26879E0-147C-42CD-9773-9A379F6D5F58}" srcOrd="5" destOrd="0" parTransId="{878A8C92-2211-4BE0-9038-74754CA3405D}" sibTransId="{7F9BC9B9-8811-4474-B80B-BDE8CA31C4D3}"/>
    <dgm:cxn modelId="{057915F5-D7E6-4CF2-B41C-9F7E7C4BB6B2}" type="presOf" srcId="{9CF7EE45-49B5-40E3-8F34-D782950E5287}" destId="{9B2816F2-6C67-4E78-A659-34405DA2E01B}" srcOrd="0" destOrd="0" presId="urn:microsoft.com/office/officeart/2005/8/layout/default"/>
    <dgm:cxn modelId="{4EFBDC7A-525A-403A-A527-78E18DC85BD0}" type="presParOf" srcId="{C39A32FE-D9DD-406F-AF94-88E8A9BF22A6}" destId="{EECF318B-8F0D-49DD-9ABC-99C1A82E163D}" srcOrd="0" destOrd="0" presId="urn:microsoft.com/office/officeart/2005/8/layout/default"/>
    <dgm:cxn modelId="{F217FC07-5601-44FC-9ECF-D7C628CCC62F}" type="presParOf" srcId="{C39A32FE-D9DD-406F-AF94-88E8A9BF22A6}" destId="{88E21D75-0D9D-4011-AD7D-0A5D8627113D}" srcOrd="1" destOrd="0" presId="urn:microsoft.com/office/officeart/2005/8/layout/default"/>
    <dgm:cxn modelId="{D79F74E3-A354-4FE2-AE5C-B5EBE2474A7B}" type="presParOf" srcId="{C39A32FE-D9DD-406F-AF94-88E8A9BF22A6}" destId="{CC31664A-7E58-4279-9D07-AF65D279E440}" srcOrd="2" destOrd="0" presId="urn:microsoft.com/office/officeart/2005/8/layout/default"/>
    <dgm:cxn modelId="{FEE71481-3962-4EFD-B2E8-4F87D69359CE}" type="presParOf" srcId="{C39A32FE-D9DD-406F-AF94-88E8A9BF22A6}" destId="{7B08BBD5-9E79-4E54-8B3F-07894E0EE881}" srcOrd="3" destOrd="0" presId="urn:microsoft.com/office/officeart/2005/8/layout/default"/>
    <dgm:cxn modelId="{79886E70-4680-4403-95D2-862318E2EB6A}" type="presParOf" srcId="{C39A32FE-D9DD-406F-AF94-88E8A9BF22A6}" destId="{9B2816F2-6C67-4E78-A659-34405DA2E01B}" srcOrd="4" destOrd="0" presId="urn:microsoft.com/office/officeart/2005/8/layout/default"/>
    <dgm:cxn modelId="{1CAD7BFA-329F-4B3D-AFC9-D773B30ADCB0}" type="presParOf" srcId="{C39A32FE-D9DD-406F-AF94-88E8A9BF22A6}" destId="{10502818-1731-4FE7-B42C-880DFC854884}" srcOrd="5" destOrd="0" presId="urn:microsoft.com/office/officeart/2005/8/layout/default"/>
    <dgm:cxn modelId="{990F0764-32FC-4DFF-A0B0-D41AF6BA6890}" type="presParOf" srcId="{C39A32FE-D9DD-406F-AF94-88E8A9BF22A6}" destId="{8157530F-31F0-450F-A0C2-B7FC61D3B9E5}" srcOrd="6" destOrd="0" presId="urn:microsoft.com/office/officeart/2005/8/layout/default"/>
    <dgm:cxn modelId="{7FEB9968-4F80-4EAE-BB45-9FD7F2DA5937}" type="presParOf" srcId="{C39A32FE-D9DD-406F-AF94-88E8A9BF22A6}" destId="{AB4A6995-2E8F-4B15-A536-03D7B722DF4F}" srcOrd="7" destOrd="0" presId="urn:microsoft.com/office/officeart/2005/8/layout/default"/>
    <dgm:cxn modelId="{09F1DBCF-07BC-4FF9-8258-93373E053F83}" type="presParOf" srcId="{C39A32FE-D9DD-406F-AF94-88E8A9BF22A6}" destId="{62484E8C-C095-4ADC-A0A0-1003D4C61C1C}" srcOrd="8" destOrd="0" presId="urn:microsoft.com/office/officeart/2005/8/layout/default"/>
    <dgm:cxn modelId="{5AA350DE-B955-41E2-BEA6-175D2E68D73F}" type="presParOf" srcId="{C39A32FE-D9DD-406F-AF94-88E8A9BF22A6}" destId="{E66DADFF-C1F5-4709-8A42-0956415393C7}" srcOrd="9" destOrd="0" presId="urn:microsoft.com/office/officeart/2005/8/layout/default"/>
    <dgm:cxn modelId="{11C2BA5C-6E38-452B-80AA-1319B6498112}" type="presParOf" srcId="{C39A32FE-D9DD-406F-AF94-88E8A9BF22A6}" destId="{75172F41-0248-44A7-9BBC-BB395B330E9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6D47A-E888-4575-B6F0-B18A2539F000}">
      <dsp:nvSpPr>
        <dsp:cNvPr id="0" name=""/>
        <dsp:cNvSpPr/>
      </dsp:nvSpPr>
      <dsp:spPr>
        <a:xfrm>
          <a:off x="0" y="814839"/>
          <a:ext cx="4775935" cy="477593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58C44-E5A0-48AC-92EC-F15E6D5E0864}">
      <dsp:nvSpPr>
        <dsp:cNvPr id="0" name=""/>
        <dsp:cNvSpPr/>
      </dsp:nvSpPr>
      <dsp:spPr>
        <a:xfrm>
          <a:off x="453713" y="1268552"/>
          <a:ext cx="1862614" cy="18626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Gran cantidad de dispositivos sin control ni registro centralizado.</a:t>
          </a:r>
        </a:p>
      </dsp:txBody>
      <dsp:txXfrm>
        <a:off x="544638" y="1359477"/>
        <a:ext cx="1680764" cy="1680764"/>
      </dsp:txXfrm>
    </dsp:sp>
    <dsp:sp modelId="{E3BAD298-667D-4DDF-B79B-BFC425250BCB}">
      <dsp:nvSpPr>
        <dsp:cNvPr id="0" name=""/>
        <dsp:cNvSpPr/>
      </dsp:nvSpPr>
      <dsp:spPr>
        <a:xfrm>
          <a:off x="2459606" y="1268552"/>
          <a:ext cx="1862614" cy="186261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Conflictos de IP y sobrecarga de tráfico.</a:t>
          </a:r>
        </a:p>
      </dsp:txBody>
      <dsp:txXfrm>
        <a:off x="2550531" y="1359477"/>
        <a:ext cx="1680764" cy="1680764"/>
      </dsp:txXfrm>
    </dsp:sp>
    <dsp:sp modelId="{1B65982F-EEB0-4772-B3F5-EADEBEB7BD5C}">
      <dsp:nvSpPr>
        <dsp:cNvPr id="0" name=""/>
        <dsp:cNvSpPr/>
      </dsp:nvSpPr>
      <dsp:spPr>
        <a:xfrm>
          <a:off x="453713" y="3274445"/>
          <a:ext cx="1862614" cy="186261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Falta de visibilidad sobre el uso de DNS.</a:t>
          </a:r>
        </a:p>
      </dsp:txBody>
      <dsp:txXfrm>
        <a:off x="544638" y="3365370"/>
        <a:ext cx="1680764" cy="1680764"/>
      </dsp:txXfrm>
    </dsp:sp>
    <dsp:sp modelId="{F309BCBF-4EDC-48B1-9710-2B5C9E4D19AE}">
      <dsp:nvSpPr>
        <dsp:cNvPr id="0" name=""/>
        <dsp:cNvSpPr/>
      </dsp:nvSpPr>
      <dsp:spPr>
        <a:xfrm>
          <a:off x="2459606" y="3274445"/>
          <a:ext cx="1862614" cy="186261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Necesidad de un sistema eficiente, unificado y de bajo costo.</a:t>
          </a:r>
        </a:p>
      </dsp:txBody>
      <dsp:txXfrm>
        <a:off x="2550531" y="3365370"/>
        <a:ext cx="1680764" cy="16807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0EA175-DF3F-4C84-8B50-5B11076475E2}">
      <dsp:nvSpPr>
        <dsp:cNvPr id="0" name=""/>
        <dsp:cNvSpPr/>
      </dsp:nvSpPr>
      <dsp:spPr>
        <a:xfrm>
          <a:off x="765600" y="4573"/>
          <a:ext cx="2089928" cy="1253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Enfoque Bazar: colaboración abierta y evolución constante.</a:t>
          </a:r>
        </a:p>
      </dsp:txBody>
      <dsp:txXfrm>
        <a:off x="765600" y="4573"/>
        <a:ext cx="2089928" cy="1253957"/>
      </dsp:txXfrm>
    </dsp:sp>
    <dsp:sp modelId="{DA34090E-6C94-4C78-A4F9-BE4BF123D889}">
      <dsp:nvSpPr>
        <dsp:cNvPr id="0" name=""/>
        <dsp:cNvSpPr/>
      </dsp:nvSpPr>
      <dsp:spPr>
        <a:xfrm>
          <a:off x="765600" y="1467523"/>
          <a:ext cx="2089928" cy="1253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Herramientas open source: Nmap, Pi-hole, PHP, MySQL.</a:t>
          </a:r>
        </a:p>
      </dsp:txBody>
      <dsp:txXfrm>
        <a:off x="765600" y="1467523"/>
        <a:ext cx="2089928" cy="1253957"/>
      </dsp:txXfrm>
    </dsp:sp>
    <dsp:sp modelId="{3D316C70-3065-450B-8DEB-7CD7B1325740}">
      <dsp:nvSpPr>
        <dsp:cNvPr id="0" name=""/>
        <dsp:cNvSpPr/>
      </dsp:nvSpPr>
      <dsp:spPr>
        <a:xfrm>
          <a:off x="765600" y="2930473"/>
          <a:ext cx="2089928" cy="1253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Promueve accesibilidad, adaptabilidad y mejora continua.</a:t>
          </a:r>
        </a:p>
      </dsp:txBody>
      <dsp:txXfrm>
        <a:off x="765600" y="2930473"/>
        <a:ext cx="2089928" cy="1253957"/>
      </dsp:txXfrm>
    </dsp:sp>
    <dsp:sp modelId="{AE7A47F0-F273-4B2A-B698-DD91604EDD4D}">
      <dsp:nvSpPr>
        <dsp:cNvPr id="0" name=""/>
        <dsp:cNvSpPr/>
      </dsp:nvSpPr>
      <dsp:spPr>
        <a:xfrm>
          <a:off x="765600" y="4393424"/>
          <a:ext cx="2089928" cy="12539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Contribuye al aprendizaje colectivo y reutilización tecnológica.</a:t>
          </a:r>
        </a:p>
      </dsp:txBody>
      <dsp:txXfrm>
        <a:off x="765600" y="4393424"/>
        <a:ext cx="2089928" cy="1253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CF318B-8F0D-49DD-9ABC-99C1A82E163D}">
      <dsp:nvSpPr>
        <dsp:cNvPr id="0" name=""/>
        <dsp:cNvSpPr/>
      </dsp:nvSpPr>
      <dsp:spPr>
        <a:xfrm>
          <a:off x="442" y="1102051"/>
          <a:ext cx="1723926" cy="10343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Aplicable a distintos rubros:</a:t>
          </a:r>
        </a:p>
      </dsp:txBody>
      <dsp:txXfrm>
        <a:off x="442" y="1102051"/>
        <a:ext cx="1723926" cy="1034355"/>
      </dsp:txXfrm>
    </dsp:sp>
    <dsp:sp modelId="{CC31664A-7E58-4279-9D07-AF65D279E440}">
      <dsp:nvSpPr>
        <dsp:cNvPr id="0" name=""/>
        <dsp:cNvSpPr/>
      </dsp:nvSpPr>
      <dsp:spPr>
        <a:xfrm>
          <a:off x="1896760" y="1102051"/>
          <a:ext cx="1723926" cy="103435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Educación (control de laboratorios)</a:t>
          </a:r>
        </a:p>
      </dsp:txBody>
      <dsp:txXfrm>
        <a:off x="1896760" y="1102051"/>
        <a:ext cx="1723926" cy="1034355"/>
      </dsp:txXfrm>
    </dsp:sp>
    <dsp:sp modelId="{9B2816F2-6C67-4E78-A659-34405DA2E01B}">
      <dsp:nvSpPr>
        <dsp:cNvPr id="0" name=""/>
        <dsp:cNvSpPr/>
      </dsp:nvSpPr>
      <dsp:spPr>
        <a:xfrm>
          <a:off x="442" y="2308799"/>
          <a:ext cx="1723926" cy="103435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Empresas e instituciones públicas (seguridad de red)</a:t>
          </a:r>
        </a:p>
      </dsp:txBody>
      <dsp:txXfrm>
        <a:off x="442" y="2308799"/>
        <a:ext cx="1723926" cy="1034355"/>
      </dsp:txXfrm>
    </dsp:sp>
    <dsp:sp modelId="{8157530F-31F0-450F-A0C2-B7FC61D3B9E5}">
      <dsp:nvSpPr>
        <dsp:cNvPr id="0" name=""/>
        <dsp:cNvSpPr/>
      </dsp:nvSpPr>
      <dsp:spPr>
        <a:xfrm>
          <a:off x="1896760" y="2308799"/>
          <a:ext cx="1723926" cy="103435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PYMEs y hogares inteligentes</a:t>
          </a:r>
        </a:p>
      </dsp:txBody>
      <dsp:txXfrm>
        <a:off x="1896760" y="2308799"/>
        <a:ext cx="1723926" cy="1034355"/>
      </dsp:txXfrm>
    </dsp:sp>
    <dsp:sp modelId="{62484E8C-C095-4ADC-A0A0-1003D4C61C1C}">
      <dsp:nvSpPr>
        <dsp:cNvPr id="0" name=""/>
        <dsp:cNvSpPr/>
      </dsp:nvSpPr>
      <dsp:spPr>
        <a:xfrm>
          <a:off x="442" y="3515547"/>
          <a:ext cx="1723926" cy="103435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Integración modular y escalable.</a:t>
          </a:r>
        </a:p>
      </dsp:txBody>
      <dsp:txXfrm>
        <a:off x="442" y="3515547"/>
        <a:ext cx="1723926" cy="1034355"/>
      </dsp:txXfrm>
    </dsp:sp>
    <dsp:sp modelId="{75172F41-0248-44A7-9BBC-BB395B330E9C}">
      <dsp:nvSpPr>
        <dsp:cNvPr id="0" name=""/>
        <dsp:cNvSpPr/>
      </dsp:nvSpPr>
      <dsp:spPr>
        <a:xfrm>
          <a:off x="1896760" y="3515547"/>
          <a:ext cx="1723926" cy="10343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Base para futuras versiones con API REST y notificaciones automáticas.</a:t>
          </a:r>
        </a:p>
      </dsp:txBody>
      <dsp:txXfrm>
        <a:off x="1896760" y="3515547"/>
        <a:ext cx="1723926" cy="10343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" y="0"/>
            <a:ext cx="254028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86063" y="1113315"/>
            <a:ext cx="5648254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</a:t>
            </a:r>
            <a:br>
              <a:rPr lang="es-ES"/>
            </a:br>
            <a:r>
              <a:rPr lang="es-ES"/>
              <a:t>PRESENTACIÓN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86063" y="5423228"/>
            <a:ext cx="5648254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Fecha</a:t>
            </a:r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4783" y="2832101"/>
            <a:ext cx="6269218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894" y="3989714"/>
            <a:ext cx="68484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7175" y="3839984"/>
            <a:ext cx="2947361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6063" y="4114810"/>
            <a:ext cx="5648254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/>
              <a:t>Área que presenta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1" y="1827613"/>
            <a:ext cx="1476464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5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Sistema de </a:t>
            </a:r>
            <a:r>
              <a:rPr lang="en-US" err="1">
                <a:latin typeface="Arial"/>
                <a:cs typeface="Arial"/>
              </a:rPr>
              <a:t>Gestión</a:t>
            </a:r>
            <a:r>
              <a:rPr lang="en-US">
                <a:latin typeface="Arial"/>
                <a:cs typeface="Arial"/>
              </a:rPr>
              <a:t>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>
                <a:latin typeface="Arial"/>
                <a:cs typeface="Arial"/>
              </a:rPr>
              <a:t>Fecha: 11-12-2025</a:t>
            </a:r>
            <a:endParaRPr lang="es-CL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68580" tIns="34290" rIns="68580" bIns="34290" rtlCol="0" anchor="ctr">
            <a:noAutofit/>
          </a:bodyPr>
          <a:lstStyle/>
          <a:p>
            <a:r>
              <a:rPr lang="es-CL" sz="900" b="1" noProof="1">
                <a:latin typeface="Arial"/>
                <a:cs typeface="Arial"/>
              </a:rPr>
              <a:t>Autor:</a:t>
            </a:r>
            <a:r>
              <a:rPr lang="es-CL" sz="900" noProof="1">
                <a:latin typeface="Arial"/>
                <a:cs typeface="Arial"/>
              </a:rPr>
              <a:t> Charlie Bailey Moya</a:t>
            </a:r>
            <a:br>
              <a:rPr lang="es-CL" sz="900" noProof="1">
                <a:latin typeface="Arial"/>
                <a:cs typeface="Arial"/>
              </a:rPr>
            </a:br>
            <a:r>
              <a:rPr lang="es-CL" sz="900" b="1" noProof="1">
                <a:latin typeface="Arial"/>
                <a:cs typeface="Arial"/>
              </a:rPr>
              <a:t>Carrera:</a:t>
            </a:r>
            <a:r>
              <a:rPr lang="es-CL" sz="9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900" noProof="1">
                <a:latin typeface="Arial"/>
                <a:cs typeface="Arial"/>
              </a:rPr>
            </a:br>
            <a:r>
              <a:rPr lang="es-CL" sz="900" b="1" noProof="1">
                <a:latin typeface="Arial"/>
                <a:cs typeface="Arial"/>
              </a:rPr>
              <a:t>Profesor Guía:</a:t>
            </a:r>
            <a:r>
              <a:rPr lang="es-CL" sz="900" noProof="1">
                <a:latin typeface="Arial"/>
                <a:cs typeface="Arial"/>
              </a:rPr>
              <a:t> Víctor Valderrama</a:t>
            </a:r>
            <a:br>
              <a:rPr lang="es-CL" sz="900" noProof="1">
                <a:latin typeface="Arial"/>
                <a:cs typeface="Arial"/>
              </a:rPr>
            </a:br>
            <a:r>
              <a:rPr lang="es-CL" sz="900" b="1" noProof="1">
                <a:latin typeface="Arial"/>
                <a:cs typeface="Arial"/>
              </a:rPr>
              <a:t>Año:</a:t>
            </a:r>
            <a:r>
              <a:rPr lang="es-CL" sz="900" noProof="1">
                <a:latin typeface="Arial"/>
                <a:cs typeface="Arial"/>
              </a:rPr>
              <a:t> 2025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38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Introducción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r>
              <a:rPr lang="en-US" sz="1600" noProof="1">
                <a:solidFill>
                  <a:schemeClr val="tx2"/>
                </a:solidFill>
                <a:latin typeface="Arial"/>
                <a:cs typeface="Arial"/>
              </a:rPr>
              <a:t>Proyecto orientado a automatizar la supervisión de red local mediante herramientas open source.</a:t>
            </a:r>
          </a:p>
          <a:p>
            <a:endParaRPr lang="en-US" sz="1600" noProof="1">
              <a:solidFill>
                <a:schemeClr val="tx2"/>
              </a:solidFill>
              <a:latin typeface="Arial"/>
              <a:cs typeface="Arial"/>
            </a:endParaRPr>
          </a:p>
          <a:p>
            <a:r>
              <a:rPr lang="en-US" sz="1600" noProof="1">
                <a:solidFill>
                  <a:schemeClr val="tx2"/>
                </a:solidFill>
                <a:latin typeface="Arial"/>
                <a:cs typeface="Arial"/>
              </a:rPr>
              <a:t>Nmap: escaneo de IP, MAC y fabricantes.</a:t>
            </a:r>
          </a:p>
          <a:p>
            <a:r>
              <a:rPr lang="en-US" sz="1600" noProof="1">
                <a:solidFill>
                  <a:schemeClr val="tx2"/>
                </a:solidFill>
                <a:latin typeface="Arial"/>
                <a:cs typeface="Arial"/>
              </a:rPr>
              <a:t>Pi-hole: monitoreo y filtrado de consultas DNS.</a:t>
            </a:r>
          </a:p>
          <a:p>
            <a:r>
              <a:rPr lang="en-US" sz="1600" noProof="1">
                <a:solidFill>
                  <a:schemeClr val="tx2"/>
                </a:solidFill>
                <a:latin typeface="Arial"/>
                <a:cs typeface="Arial"/>
              </a:rPr>
              <a:t>PHP + MySQL + JavaScript + HTML + CSS.</a:t>
            </a:r>
          </a:p>
          <a:p>
            <a:r>
              <a:rPr lang="en-US" sz="1600" noProof="1">
                <a:solidFill>
                  <a:schemeClr val="tx2"/>
                </a:solidFill>
                <a:latin typeface="Arial"/>
                <a:cs typeface="Arial"/>
              </a:rPr>
              <a:t>Permite control centralizado, trazabilidad DNS y reducción de IP no autorizadas.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noProof="1">
                <a:solidFill>
                  <a:schemeClr val="bg1"/>
                </a:solidFill>
              </a:rPr>
              <a:t>Problema Detectado</a:t>
            </a:r>
            <a:endParaRPr lang="en-US" sz="4200" noProof="1">
              <a:solidFill>
                <a:schemeClr val="bg1"/>
              </a:solidFill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4F442C-E79F-1586-9099-20A1883FB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212603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noProof="1">
                <a:solidFill>
                  <a:schemeClr val="bg1"/>
                </a:solidFill>
              </a:rPr>
              <a:t>Objetivo General y Específicos</a:t>
            </a:r>
            <a:endParaRPr lang="en-US" sz="4200" noProof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r>
              <a:rPr lang="en-US" sz="1600" b="1" noProof="1">
                <a:solidFill>
                  <a:schemeClr val="tx2"/>
                </a:solidFill>
              </a:rPr>
              <a:t>Objetivo general:</a:t>
            </a:r>
            <a:endParaRPr lang="en-US" sz="1600" b="1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Desarrollar un sistema web que integre Nmap y Pi-hole para monitorear, registrar y analizar la red.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b="1" noProof="1">
                <a:solidFill>
                  <a:schemeClr val="tx2"/>
                </a:solidFill>
              </a:rPr>
              <a:t>Objetivos específicos:</a:t>
            </a:r>
            <a:endParaRPr lang="en-US" sz="1600" b="1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Automatizar escaneo mediante Nmap.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 Integrar registros DNS desde Pi-hole.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 Diseñar dashboard y reportes dinámicos.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Construir base de datos relacional optimizada.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Validar con pruebas funcionales e integración.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Metodología de Desarrollo (SCRUM)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r>
              <a:rPr lang="en-US" sz="1600" noProof="1">
                <a:solidFill>
                  <a:schemeClr val="tx2"/>
                </a:solidFill>
              </a:rPr>
              <a:t>Metodología SCRUM aplicada en 5 fases: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1. Requerimientos e Historias de Usuario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2. Diseño técnico (MER, DFD, BPMN)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3. Desarrollo funcional (CRUD, integración)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4. Pruebas y trazabilidad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5. Informe final y presentación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Herramientas: Visual Studio Code, XAMPP, Docker, GitHub, Bizagi.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noProof="1">
                <a:solidFill>
                  <a:schemeClr val="bg1"/>
                </a:solidFill>
              </a:rPr>
              <a:t>Arquitectura del Sistema</a:t>
            </a:r>
            <a:endParaRPr lang="en-US" sz="4200" noProof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r>
              <a:rPr lang="en-US" sz="1600" noProof="1">
                <a:solidFill>
                  <a:schemeClr val="tx2"/>
                </a:solidFill>
              </a:rPr>
              <a:t>Capas: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 Presentación: Interfaz web con login, dashboard y reportes.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 Lógica: Scripts PHP para escaneo Nmap, validaciones y CRUD.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•Datos: Base de datos MySQL optimizada.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ADF9E-0FEC-F938-CF7D-3D4B189F4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57" y="1192620"/>
            <a:ext cx="8486947" cy="537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4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Modelo Entidad–Relación (MER)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r>
              <a:rPr lang="en-US" sz="1600" noProof="1">
                <a:solidFill>
                  <a:schemeClr val="tx2"/>
                </a:solidFill>
              </a:rPr>
              <a:t>Estructura que garantiza trazabilidad entre usuarios, dispositivos y consultas DNS.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Tablas principales: rol, usuario, dispositivo, dns_logs, auditoría, usuario_red.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7F8CE6-D237-3446-F967-7FFAF2C89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23000" contrast="-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00419" y="-224150"/>
            <a:ext cx="12141807" cy="708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01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Resultados y Pruebas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r>
              <a:rPr lang="en-US" sz="1600" noProof="1">
                <a:solidFill>
                  <a:schemeClr val="tx2"/>
                </a:solidFill>
              </a:rPr>
              <a:t> 10 casos de prueba (TC-01 a TC-10)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 validados exitosamente.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 Verificación de login, escaneo, importación DNS, dashboard y reportes.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Rendimiento promedio &lt; 3 segundos por consulta.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Integración total sin conflictos entre módulos.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[Espacio para capturas de dashboard y Nmap]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A4F5D-AE91-31BB-65B1-F9963B1E6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28713"/>
            <a:ext cx="8178799" cy="4600573"/>
          </a:xfrm>
          <a:prstGeom prst="rect">
            <a:avLst/>
          </a:prstGeom>
          <a:solidFill>
            <a:srgbClr val="000000">
              <a:shade val="95000"/>
            </a:srgbClr>
          </a:solidFill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65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330A65-247F-90CD-03ED-354318C13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6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Mejoras Aplicadas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61108F5-2BB3-2804-C17B-E01A69A829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9414" y="1010258"/>
          <a:ext cx="4775936" cy="48471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46420">
                  <a:extLst>
                    <a:ext uri="{9D8B030D-6E8A-4147-A177-3AD203B41FA5}">
                      <a16:colId xmlns:a16="http://schemas.microsoft.com/office/drawing/2014/main" val="132730009"/>
                    </a:ext>
                  </a:extLst>
                </a:gridCol>
                <a:gridCol w="1584423">
                  <a:extLst>
                    <a:ext uri="{9D8B030D-6E8A-4147-A177-3AD203B41FA5}">
                      <a16:colId xmlns:a16="http://schemas.microsoft.com/office/drawing/2014/main" val="1765856436"/>
                    </a:ext>
                  </a:extLst>
                </a:gridCol>
                <a:gridCol w="1845093">
                  <a:extLst>
                    <a:ext uri="{9D8B030D-6E8A-4147-A177-3AD203B41FA5}">
                      <a16:colId xmlns:a16="http://schemas.microsoft.com/office/drawing/2014/main" val="1827592365"/>
                    </a:ext>
                  </a:extLst>
                </a:gridCol>
              </a:tblGrid>
              <a:tr h="359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Área</a:t>
                      </a:r>
                      <a:endParaRPr lang="en-US" sz="1600"/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Antes</a:t>
                      </a:r>
                      <a:endParaRPr lang="en-US" sz="1600"/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Mejora</a:t>
                      </a:r>
                      <a:endParaRPr lang="en-US" sz="1600"/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152175"/>
                  </a:ext>
                </a:extLst>
              </a:tr>
              <a:tr h="1093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Validación MAC</a:t>
                      </a:r>
                      <a:endParaRPr lang="en-US" sz="1600"/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Permitía duplicados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Bloqueo automático de registros repetidos.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34627"/>
                  </a:ext>
                </a:extLst>
              </a:tr>
              <a:tr h="848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Dashboard</a:t>
                      </a:r>
                      <a:endParaRPr lang="en-US" sz="1600"/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Conteo básico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KPIs dinámicos con estado general de la red.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628650"/>
                  </a:ext>
                </a:extLst>
              </a:tr>
              <a:tr h="848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Pi-hole</a:t>
                      </a:r>
                      <a:endParaRPr lang="en-US" sz="1600"/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Duplicados diarios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Control por fecha y filtro único de consultas DNS.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262978"/>
                  </a:ext>
                </a:extLst>
              </a:tr>
              <a:tr h="848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Interfaz</a:t>
                      </a:r>
                      <a:endParaRPr lang="en-US" sz="1600"/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Inconsistente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Tema oscuro unificado y diseño responsivo.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826596"/>
                  </a:ext>
                </a:extLst>
              </a:tr>
              <a:tr h="848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Auditoría</a:t>
                      </a:r>
                      <a:endParaRPr lang="en-US" sz="1600"/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Escasa trazabilidad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Registro detallado de acciones en tabla histórica.</a:t>
                      </a:r>
                    </a:p>
                  </a:txBody>
                  <a:tcPr marL="81601" marR="81601" marT="40801" marB="408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098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Reflexión sobre Software Libre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6FFE42-B401-1B3D-FC65-C3B0E6D54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364072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Aporte Innovador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5BF3DB-00F3-0492-95B2-A1A0CD642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534015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noProof="1">
                <a:solidFill>
                  <a:schemeClr val="bg1"/>
                </a:solidFill>
              </a:rPr>
              <a:t>Conclusión</a:t>
            </a:r>
            <a:r>
              <a:rPr lang="en-US" sz="4200">
                <a:solidFill>
                  <a:schemeClr val="bg1"/>
                </a:solidFill>
              </a:rPr>
              <a:t>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r>
              <a:rPr lang="en-US" sz="1600" noProof="1">
                <a:solidFill>
                  <a:schemeClr val="tx2"/>
                </a:solidFill>
              </a:rPr>
              <a:t>Cumplimiento total de objetivos propuestos.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 Sistema funcional, eficiente y documentado.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 Potencia la trazabilidad y seguridad de red.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A futuro: integración con Docker, alertas por correo y API REST.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Repositorio GitHub: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1600" noProof="1">
                <a:solidFill>
                  <a:schemeClr val="tx2"/>
                </a:solidFill>
              </a:rPr>
              <a:t> charli-hash/gestion-ip-mac-redes</a:t>
            </a:r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1600" noProof="1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Sistema de Gestión de IP y MAC con Nmap y Pi-hole </vt:lpstr>
      <vt:lpstr>Introducción</vt:lpstr>
      <vt:lpstr>Problema Detectado</vt:lpstr>
      <vt:lpstr>Objetivo General y Específicos</vt:lpstr>
      <vt:lpstr>Metodología de Desarrollo (SCRUM)</vt:lpstr>
      <vt:lpstr>Arquitectura del Sistema</vt:lpstr>
      <vt:lpstr>PowerPoint Presentation</vt:lpstr>
      <vt:lpstr>Modelo Entidad–Relación (MER)</vt:lpstr>
      <vt:lpstr>PowerPoint Presentation</vt:lpstr>
      <vt:lpstr>Resultados y Pruebas</vt:lpstr>
      <vt:lpstr>PowerPoint Presentation</vt:lpstr>
      <vt:lpstr>PowerPoint Presentation</vt:lpstr>
      <vt:lpstr>Mejoras Aplicadas</vt:lpstr>
      <vt:lpstr>Reflexión sobre Software Libre</vt:lpstr>
      <vt:lpstr>Aporte Innovador</vt:lpstr>
      <vt:lpstr>Conclusión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2025-12-06T21:35:04Z</dcterms:modified>
  <cp:category/>
</cp:coreProperties>
</file>
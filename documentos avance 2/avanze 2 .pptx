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9" r:id="rId7"/>
    <p:sldId id="263" r:id="rId8"/>
    <p:sldId id="264" r:id="rId9"/>
    <p:sldId id="272" r:id="rId10"/>
    <p:sldId id="265" r:id="rId11"/>
    <p:sldId id="266" r:id="rId12"/>
    <p:sldId id="267" r:id="rId13"/>
    <p:sldId id="268" r:id="rId14"/>
    <p:sldId id="271" r:id="rId15"/>
    <p:sldId id="270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C14B51-FFA5-68A6-32F9-F5C7B7B6ECEB}" v="35" dt="2025-11-25T02:42:56.644"/>
    <p1510:client id="{51E15AF9-3039-0128-C13B-10DB75599653}" v="112" dt="2025-11-25T05:32:05.7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Relationship Id="rId14" Type="http://schemas.openxmlformats.org/officeDocument/2006/relationships/image" Target="../media/image3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4" Type="http://schemas.openxmlformats.org/officeDocument/2006/relationships/image" Target="../media/image4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Relationship Id="rId14" Type="http://schemas.openxmlformats.org/officeDocument/2006/relationships/image" Target="../media/image3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4" Type="http://schemas.openxmlformats.org/officeDocument/2006/relationships/image" Target="../media/image4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DAB226-E8BC-426B-82A5-6FED0DEE856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06F9334-9C19-4527-AB83-9767B347124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Híbrida (Scrum + Cascada) Combina la planificación estructurada con la iteración ágil. Etapas:</a:t>
          </a:r>
        </a:p>
      </dgm:t>
    </dgm:pt>
    <dgm:pt modelId="{C6B978C1-FB9C-4CBB-8B0A-0063B6CCE985}" type="parTrans" cxnId="{F742C5F5-D65E-4C64-AAD4-F5FF90999628}">
      <dgm:prSet/>
      <dgm:spPr/>
      <dgm:t>
        <a:bodyPr/>
        <a:lstStyle/>
        <a:p>
          <a:endParaRPr lang="en-US"/>
        </a:p>
      </dgm:t>
    </dgm:pt>
    <dgm:pt modelId="{0F37BBE4-C96C-416E-96EB-F4A8201663A1}" type="sibTrans" cxnId="{F742C5F5-D65E-4C64-AAD4-F5FF90999628}">
      <dgm:prSet/>
      <dgm:spPr/>
      <dgm:t>
        <a:bodyPr/>
        <a:lstStyle/>
        <a:p>
          <a:endParaRPr lang="en-US"/>
        </a:p>
      </dgm:t>
    </dgm:pt>
    <dgm:pt modelId="{82B87984-1854-4818-ACE1-9BD11F65030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Análisis</a:t>
          </a:r>
        </a:p>
      </dgm:t>
    </dgm:pt>
    <dgm:pt modelId="{6222CD35-5CAA-42B8-A9A6-A2F7BC249947}" type="parTrans" cxnId="{17C65008-027C-4C66-B395-E220BC631530}">
      <dgm:prSet/>
      <dgm:spPr/>
      <dgm:t>
        <a:bodyPr/>
        <a:lstStyle/>
        <a:p>
          <a:endParaRPr lang="en-US"/>
        </a:p>
      </dgm:t>
    </dgm:pt>
    <dgm:pt modelId="{B587CECC-6363-4E10-8E01-6C9A92B49E9B}" type="sibTrans" cxnId="{17C65008-027C-4C66-B395-E220BC631530}">
      <dgm:prSet/>
      <dgm:spPr/>
      <dgm:t>
        <a:bodyPr/>
        <a:lstStyle/>
        <a:p>
          <a:endParaRPr lang="en-US"/>
        </a:p>
      </dgm:t>
    </dgm:pt>
    <dgm:pt modelId="{8B545092-644D-4EF8-B97B-5CCF6320BB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Diseño</a:t>
          </a:r>
        </a:p>
      </dgm:t>
    </dgm:pt>
    <dgm:pt modelId="{5F0D3DFB-8DCC-4C62-A576-C5B6E45CE8E8}" type="parTrans" cxnId="{5BF23D16-FE67-479A-AF37-2D3D9B9CF0EB}">
      <dgm:prSet/>
      <dgm:spPr/>
      <dgm:t>
        <a:bodyPr/>
        <a:lstStyle/>
        <a:p>
          <a:endParaRPr lang="en-US"/>
        </a:p>
      </dgm:t>
    </dgm:pt>
    <dgm:pt modelId="{C0B94729-E93F-4F7F-A6E6-3580D7A9EAFB}" type="sibTrans" cxnId="{5BF23D16-FE67-479A-AF37-2D3D9B9CF0EB}">
      <dgm:prSet/>
      <dgm:spPr/>
      <dgm:t>
        <a:bodyPr/>
        <a:lstStyle/>
        <a:p>
          <a:endParaRPr lang="en-US"/>
        </a:p>
      </dgm:t>
    </dgm:pt>
    <dgm:pt modelId="{4D59F700-DCF8-469F-869A-16997E5939A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Desarrollo</a:t>
          </a:r>
        </a:p>
      </dgm:t>
    </dgm:pt>
    <dgm:pt modelId="{B6D0844A-BCF3-416B-9CF3-63D1C103714C}" type="parTrans" cxnId="{EFA62F26-51EB-4690-A795-28A4B3240140}">
      <dgm:prSet/>
      <dgm:spPr/>
      <dgm:t>
        <a:bodyPr/>
        <a:lstStyle/>
        <a:p>
          <a:endParaRPr lang="en-US"/>
        </a:p>
      </dgm:t>
    </dgm:pt>
    <dgm:pt modelId="{7EB5BF3B-C9F1-49E0-BF3D-8F8E573D584E}" type="sibTrans" cxnId="{EFA62F26-51EB-4690-A795-28A4B3240140}">
      <dgm:prSet/>
      <dgm:spPr/>
      <dgm:t>
        <a:bodyPr/>
        <a:lstStyle/>
        <a:p>
          <a:endParaRPr lang="en-US"/>
        </a:p>
      </dgm:t>
    </dgm:pt>
    <dgm:pt modelId="{5D6C5D48-D923-4542-995D-440B5758BC7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Integración</a:t>
          </a:r>
        </a:p>
      </dgm:t>
    </dgm:pt>
    <dgm:pt modelId="{9D256AD0-59EF-474E-931C-E614270F6A62}" type="parTrans" cxnId="{CC588A65-0A65-4E7A-893F-FEB54C268421}">
      <dgm:prSet/>
      <dgm:spPr/>
      <dgm:t>
        <a:bodyPr/>
        <a:lstStyle/>
        <a:p>
          <a:endParaRPr lang="en-US"/>
        </a:p>
      </dgm:t>
    </dgm:pt>
    <dgm:pt modelId="{1A5E33C2-F6FA-4577-9680-3E85B1395B14}" type="sibTrans" cxnId="{CC588A65-0A65-4E7A-893F-FEB54C268421}">
      <dgm:prSet/>
      <dgm:spPr/>
      <dgm:t>
        <a:bodyPr/>
        <a:lstStyle/>
        <a:p>
          <a:endParaRPr lang="en-US"/>
        </a:p>
      </dgm:t>
    </dgm:pt>
    <dgm:pt modelId="{9BF02DFF-EECD-4D2C-86B6-E5B9CB8F78A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Pruebas</a:t>
          </a:r>
        </a:p>
      </dgm:t>
    </dgm:pt>
    <dgm:pt modelId="{A3CCEDFB-6112-4A3C-A33A-C8B19D989DC9}" type="parTrans" cxnId="{A8F4FA1A-486B-4891-BF04-E05A7F219149}">
      <dgm:prSet/>
      <dgm:spPr/>
      <dgm:t>
        <a:bodyPr/>
        <a:lstStyle/>
        <a:p>
          <a:endParaRPr lang="en-US"/>
        </a:p>
      </dgm:t>
    </dgm:pt>
    <dgm:pt modelId="{348A8E7E-1ED6-4F06-BA58-6B31A9636300}" type="sibTrans" cxnId="{A8F4FA1A-486B-4891-BF04-E05A7F219149}">
      <dgm:prSet/>
      <dgm:spPr/>
      <dgm:t>
        <a:bodyPr/>
        <a:lstStyle/>
        <a:p>
          <a:endParaRPr lang="en-US"/>
        </a:p>
      </dgm:t>
    </dgm:pt>
    <dgm:pt modelId="{E267D230-F973-4764-A2E2-D61BB332F92D}" type="pres">
      <dgm:prSet presAssocID="{6FDAB226-E8BC-426B-82A5-6FED0DEE856E}" presName="root" presStyleCnt="0">
        <dgm:presLayoutVars>
          <dgm:dir/>
          <dgm:resizeHandles val="exact"/>
        </dgm:presLayoutVars>
      </dgm:prSet>
      <dgm:spPr/>
    </dgm:pt>
    <dgm:pt modelId="{E5F2967B-1C66-4F3B-A49E-54F23B2B2CFB}" type="pres">
      <dgm:prSet presAssocID="{906F9334-9C19-4527-AB83-9767B3471243}" presName="compNode" presStyleCnt="0"/>
      <dgm:spPr/>
    </dgm:pt>
    <dgm:pt modelId="{B01BFC72-FD05-4777-8020-5A497561AB01}" type="pres">
      <dgm:prSet presAssocID="{906F9334-9C19-4527-AB83-9767B3471243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E2A6060D-B7D6-4794-85C6-60DF560CD302}" type="pres">
      <dgm:prSet presAssocID="{906F9334-9C19-4527-AB83-9767B3471243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DC9F7A01-EACB-429A-B3CA-961F8ED0D700}" type="pres">
      <dgm:prSet presAssocID="{906F9334-9C19-4527-AB83-9767B3471243}" presName="spaceRect" presStyleCnt="0"/>
      <dgm:spPr/>
    </dgm:pt>
    <dgm:pt modelId="{5ECA0CEE-B7BA-4753-81F6-1B29D056A3C9}" type="pres">
      <dgm:prSet presAssocID="{906F9334-9C19-4527-AB83-9767B3471243}" presName="textRect" presStyleLbl="revTx" presStyleIdx="0" presStyleCnt="6">
        <dgm:presLayoutVars>
          <dgm:chMax val="1"/>
          <dgm:chPref val="1"/>
        </dgm:presLayoutVars>
      </dgm:prSet>
      <dgm:spPr/>
    </dgm:pt>
    <dgm:pt modelId="{4719325D-3160-4478-B3F2-BECAC178D319}" type="pres">
      <dgm:prSet presAssocID="{0F37BBE4-C96C-416E-96EB-F4A8201663A1}" presName="sibTrans" presStyleCnt="0"/>
      <dgm:spPr/>
    </dgm:pt>
    <dgm:pt modelId="{F540E191-A4BD-4FFE-B6C9-BF28534BFE18}" type="pres">
      <dgm:prSet presAssocID="{82B87984-1854-4818-ACE1-9BD11F650304}" presName="compNode" presStyleCnt="0"/>
      <dgm:spPr/>
    </dgm:pt>
    <dgm:pt modelId="{8B587FCD-482C-4E67-87D8-B5620275DB2B}" type="pres">
      <dgm:prSet presAssocID="{82B87984-1854-4818-ACE1-9BD11F650304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5A3D9DE7-0624-4117-8B62-A030ABAAACBC}" type="pres">
      <dgm:prSet presAssocID="{82B87984-1854-4818-ACE1-9BD11F65030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9BACB23-7789-4E60-AE5C-0216859A630B}" type="pres">
      <dgm:prSet presAssocID="{82B87984-1854-4818-ACE1-9BD11F650304}" presName="spaceRect" presStyleCnt="0"/>
      <dgm:spPr/>
    </dgm:pt>
    <dgm:pt modelId="{4A05150C-8838-4854-9DEB-B715FC994498}" type="pres">
      <dgm:prSet presAssocID="{82B87984-1854-4818-ACE1-9BD11F650304}" presName="textRect" presStyleLbl="revTx" presStyleIdx="1" presStyleCnt="6">
        <dgm:presLayoutVars>
          <dgm:chMax val="1"/>
          <dgm:chPref val="1"/>
        </dgm:presLayoutVars>
      </dgm:prSet>
      <dgm:spPr/>
    </dgm:pt>
    <dgm:pt modelId="{88306220-A972-4FA0-B07C-AA9316F781A9}" type="pres">
      <dgm:prSet presAssocID="{B587CECC-6363-4E10-8E01-6C9A92B49E9B}" presName="sibTrans" presStyleCnt="0"/>
      <dgm:spPr/>
    </dgm:pt>
    <dgm:pt modelId="{812506D6-0F61-406B-B866-D494D139C46F}" type="pres">
      <dgm:prSet presAssocID="{8B545092-644D-4EF8-B97B-5CCF6320BBAE}" presName="compNode" presStyleCnt="0"/>
      <dgm:spPr/>
    </dgm:pt>
    <dgm:pt modelId="{B3657627-264B-4A3E-ACE9-60DF74103EF7}" type="pres">
      <dgm:prSet presAssocID="{8B545092-644D-4EF8-B97B-5CCF6320BBAE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0E758834-3C9F-4672-A76E-E461337AC2CD}" type="pres">
      <dgm:prSet presAssocID="{8B545092-644D-4EF8-B97B-5CCF6320BBA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3A2E196B-3302-4D73-BF59-E3F98BAED569}" type="pres">
      <dgm:prSet presAssocID="{8B545092-644D-4EF8-B97B-5CCF6320BBAE}" presName="spaceRect" presStyleCnt="0"/>
      <dgm:spPr/>
    </dgm:pt>
    <dgm:pt modelId="{86600E7D-1708-4C8F-99EF-DC79B97E40DD}" type="pres">
      <dgm:prSet presAssocID="{8B545092-644D-4EF8-B97B-5CCF6320BBAE}" presName="textRect" presStyleLbl="revTx" presStyleIdx="2" presStyleCnt="6">
        <dgm:presLayoutVars>
          <dgm:chMax val="1"/>
          <dgm:chPref val="1"/>
        </dgm:presLayoutVars>
      </dgm:prSet>
      <dgm:spPr/>
    </dgm:pt>
    <dgm:pt modelId="{642D4271-B6B8-4A9E-8407-65B8ED89D4CB}" type="pres">
      <dgm:prSet presAssocID="{C0B94729-E93F-4F7F-A6E6-3580D7A9EAFB}" presName="sibTrans" presStyleCnt="0"/>
      <dgm:spPr/>
    </dgm:pt>
    <dgm:pt modelId="{75067964-B75B-49CA-8401-EE4B7B3D87F7}" type="pres">
      <dgm:prSet presAssocID="{4D59F700-DCF8-469F-869A-16997E5939A4}" presName="compNode" presStyleCnt="0"/>
      <dgm:spPr/>
    </dgm:pt>
    <dgm:pt modelId="{5D46CDCF-0A85-4579-894D-3B1B6DD35CFA}" type="pres">
      <dgm:prSet presAssocID="{4D59F700-DCF8-469F-869A-16997E5939A4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E6E43DFA-CEAD-4571-B154-6CF1801141DF}" type="pres">
      <dgm:prSet presAssocID="{4D59F700-DCF8-469F-869A-16997E5939A4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8288CA40-7E91-43D1-868B-A458F682A912}" type="pres">
      <dgm:prSet presAssocID="{4D59F700-DCF8-469F-869A-16997E5939A4}" presName="spaceRect" presStyleCnt="0"/>
      <dgm:spPr/>
    </dgm:pt>
    <dgm:pt modelId="{B0AEE92C-D268-429C-8EED-2DF159C0465D}" type="pres">
      <dgm:prSet presAssocID="{4D59F700-DCF8-469F-869A-16997E5939A4}" presName="textRect" presStyleLbl="revTx" presStyleIdx="3" presStyleCnt="6">
        <dgm:presLayoutVars>
          <dgm:chMax val="1"/>
          <dgm:chPref val="1"/>
        </dgm:presLayoutVars>
      </dgm:prSet>
      <dgm:spPr/>
    </dgm:pt>
    <dgm:pt modelId="{5762951E-29CB-4716-B6A5-4B0323AFE256}" type="pres">
      <dgm:prSet presAssocID="{7EB5BF3B-C9F1-49E0-BF3D-8F8E573D584E}" presName="sibTrans" presStyleCnt="0"/>
      <dgm:spPr/>
    </dgm:pt>
    <dgm:pt modelId="{EF900CAC-6412-4CE3-BD2F-8DF6BA507A80}" type="pres">
      <dgm:prSet presAssocID="{5D6C5D48-D923-4542-995D-440B5758BC72}" presName="compNode" presStyleCnt="0"/>
      <dgm:spPr/>
    </dgm:pt>
    <dgm:pt modelId="{1DD5D0A5-C5D9-468F-A24E-356EBF7268D5}" type="pres">
      <dgm:prSet presAssocID="{5D6C5D48-D923-4542-995D-440B5758BC72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1F49DD7A-5369-4B32-93F4-D11C2D1349B1}" type="pres">
      <dgm:prSet presAssocID="{5D6C5D48-D923-4542-995D-440B5758BC7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39911BB-76EF-4530-BAEA-8DA43AADE542}" type="pres">
      <dgm:prSet presAssocID="{5D6C5D48-D923-4542-995D-440B5758BC72}" presName="spaceRect" presStyleCnt="0"/>
      <dgm:spPr/>
    </dgm:pt>
    <dgm:pt modelId="{E9AF1334-7D31-48DA-A8AE-4CB1A554721C}" type="pres">
      <dgm:prSet presAssocID="{5D6C5D48-D923-4542-995D-440B5758BC72}" presName="textRect" presStyleLbl="revTx" presStyleIdx="4" presStyleCnt="6">
        <dgm:presLayoutVars>
          <dgm:chMax val="1"/>
          <dgm:chPref val="1"/>
        </dgm:presLayoutVars>
      </dgm:prSet>
      <dgm:spPr/>
    </dgm:pt>
    <dgm:pt modelId="{7B483940-D05A-4BD2-AE24-82263E070388}" type="pres">
      <dgm:prSet presAssocID="{1A5E33C2-F6FA-4577-9680-3E85B1395B14}" presName="sibTrans" presStyleCnt="0"/>
      <dgm:spPr/>
    </dgm:pt>
    <dgm:pt modelId="{EF8B5141-06F4-4A2B-9D0D-3C3E430D9FAA}" type="pres">
      <dgm:prSet presAssocID="{9BF02DFF-EECD-4D2C-86B6-E5B9CB8F78A5}" presName="compNode" presStyleCnt="0"/>
      <dgm:spPr/>
    </dgm:pt>
    <dgm:pt modelId="{960F267E-7E8F-4DF7-9B9F-12FEE62F4551}" type="pres">
      <dgm:prSet presAssocID="{9BF02DFF-EECD-4D2C-86B6-E5B9CB8F78A5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87C530F7-A4AE-44CE-9BFF-985F8A2DD847}" type="pres">
      <dgm:prSet presAssocID="{9BF02DFF-EECD-4D2C-86B6-E5B9CB8F78A5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F0B0D44F-5EC4-4F9E-A589-E96DA41964A8}" type="pres">
      <dgm:prSet presAssocID="{9BF02DFF-EECD-4D2C-86B6-E5B9CB8F78A5}" presName="spaceRect" presStyleCnt="0"/>
      <dgm:spPr/>
    </dgm:pt>
    <dgm:pt modelId="{DE5C556D-1266-42F7-888C-86D2503F0C1C}" type="pres">
      <dgm:prSet presAssocID="{9BF02DFF-EECD-4D2C-86B6-E5B9CB8F78A5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17C65008-027C-4C66-B395-E220BC631530}" srcId="{6FDAB226-E8BC-426B-82A5-6FED0DEE856E}" destId="{82B87984-1854-4818-ACE1-9BD11F650304}" srcOrd="1" destOrd="0" parTransId="{6222CD35-5CAA-42B8-A9A6-A2F7BC249947}" sibTransId="{B587CECC-6363-4E10-8E01-6C9A92B49E9B}"/>
    <dgm:cxn modelId="{5BF23D16-FE67-479A-AF37-2D3D9B9CF0EB}" srcId="{6FDAB226-E8BC-426B-82A5-6FED0DEE856E}" destId="{8B545092-644D-4EF8-B97B-5CCF6320BBAE}" srcOrd="2" destOrd="0" parTransId="{5F0D3DFB-8DCC-4C62-A576-C5B6E45CE8E8}" sibTransId="{C0B94729-E93F-4F7F-A6E6-3580D7A9EAFB}"/>
    <dgm:cxn modelId="{FE3F8D19-DC1C-498D-9E69-D859DEBB968C}" type="presOf" srcId="{906F9334-9C19-4527-AB83-9767B3471243}" destId="{5ECA0CEE-B7BA-4753-81F6-1B29D056A3C9}" srcOrd="0" destOrd="0" presId="urn:microsoft.com/office/officeart/2018/5/layout/IconLeafLabelList"/>
    <dgm:cxn modelId="{A8F4FA1A-486B-4891-BF04-E05A7F219149}" srcId="{6FDAB226-E8BC-426B-82A5-6FED0DEE856E}" destId="{9BF02DFF-EECD-4D2C-86B6-E5B9CB8F78A5}" srcOrd="5" destOrd="0" parTransId="{A3CCEDFB-6112-4A3C-A33A-C8B19D989DC9}" sibTransId="{348A8E7E-1ED6-4F06-BA58-6B31A9636300}"/>
    <dgm:cxn modelId="{EFA62F26-51EB-4690-A795-28A4B3240140}" srcId="{6FDAB226-E8BC-426B-82A5-6FED0DEE856E}" destId="{4D59F700-DCF8-469F-869A-16997E5939A4}" srcOrd="3" destOrd="0" parTransId="{B6D0844A-BCF3-416B-9CF3-63D1C103714C}" sibTransId="{7EB5BF3B-C9F1-49E0-BF3D-8F8E573D584E}"/>
    <dgm:cxn modelId="{BCF0872E-9D58-4594-B4EC-B3C675A8FEFA}" type="presOf" srcId="{9BF02DFF-EECD-4D2C-86B6-E5B9CB8F78A5}" destId="{DE5C556D-1266-42F7-888C-86D2503F0C1C}" srcOrd="0" destOrd="0" presId="urn:microsoft.com/office/officeart/2018/5/layout/IconLeafLabelList"/>
    <dgm:cxn modelId="{CC588A65-0A65-4E7A-893F-FEB54C268421}" srcId="{6FDAB226-E8BC-426B-82A5-6FED0DEE856E}" destId="{5D6C5D48-D923-4542-995D-440B5758BC72}" srcOrd="4" destOrd="0" parTransId="{9D256AD0-59EF-474E-931C-E614270F6A62}" sibTransId="{1A5E33C2-F6FA-4577-9680-3E85B1395B14}"/>
    <dgm:cxn modelId="{0163CC96-5657-444A-BE24-E3E02A4FE6D5}" type="presOf" srcId="{5D6C5D48-D923-4542-995D-440B5758BC72}" destId="{E9AF1334-7D31-48DA-A8AE-4CB1A554721C}" srcOrd="0" destOrd="0" presId="urn:microsoft.com/office/officeart/2018/5/layout/IconLeafLabelList"/>
    <dgm:cxn modelId="{65174FBE-E8FE-4DB1-B9D6-ACCD5425C409}" type="presOf" srcId="{6FDAB226-E8BC-426B-82A5-6FED0DEE856E}" destId="{E267D230-F973-4764-A2E2-D61BB332F92D}" srcOrd="0" destOrd="0" presId="urn:microsoft.com/office/officeart/2018/5/layout/IconLeafLabelList"/>
    <dgm:cxn modelId="{DD7086CD-6514-483F-9B5D-74CAD98CC6E8}" type="presOf" srcId="{4D59F700-DCF8-469F-869A-16997E5939A4}" destId="{B0AEE92C-D268-429C-8EED-2DF159C0465D}" srcOrd="0" destOrd="0" presId="urn:microsoft.com/office/officeart/2018/5/layout/IconLeafLabelList"/>
    <dgm:cxn modelId="{ACACD7E8-E9B6-4E15-B75D-3FD2671D14BF}" type="presOf" srcId="{82B87984-1854-4818-ACE1-9BD11F650304}" destId="{4A05150C-8838-4854-9DEB-B715FC994498}" srcOrd="0" destOrd="0" presId="urn:microsoft.com/office/officeart/2018/5/layout/IconLeafLabelList"/>
    <dgm:cxn modelId="{F742C5F5-D65E-4C64-AAD4-F5FF90999628}" srcId="{6FDAB226-E8BC-426B-82A5-6FED0DEE856E}" destId="{906F9334-9C19-4527-AB83-9767B3471243}" srcOrd="0" destOrd="0" parTransId="{C6B978C1-FB9C-4CBB-8B0A-0063B6CCE985}" sibTransId="{0F37BBE4-C96C-416E-96EB-F4A8201663A1}"/>
    <dgm:cxn modelId="{E50DFBF6-F496-47DF-86EA-CC4ECEC2D37C}" type="presOf" srcId="{8B545092-644D-4EF8-B97B-5CCF6320BBAE}" destId="{86600E7D-1708-4C8F-99EF-DC79B97E40DD}" srcOrd="0" destOrd="0" presId="urn:microsoft.com/office/officeart/2018/5/layout/IconLeafLabelList"/>
    <dgm:cxn modelId="{E712F593-F4B2-4965-A6C8-0D65828D8779}" type="presParOf" srcId="{E267D230-F973-4764-A2E2-D61BB332F92D}" destId="{E5F2967B-1C66-4F3B-A49E-54F23B2B2CFB}" srcOrd="0" destOrd="0" presId="urn:microsoft.com/office/officeart/2018/5/layout/IconLeafLabelList"/>
    <dgm:cxn modelId="{72A4ECC3-BA28-4FF1-B17B-826A5EAC2498}" type="presParOf" srcId="{E5F2967B-1C66-4F3B-A49E-54F23B2B2CFB}" destId="{B01BFC72-FD05-4777-8020-5A497561AB01}" srcOrd="0" destOrd="0" presId="urn:microsoft.com/office/officeart/2018/5/layout/IconLeafLabelList"/>
    <dgm:cxn modelId="{40646B9B-10A0-4A05-B864-9D59F1A8CF96}" type="presParOf" srcId="{E5F2967B-1C66-4F3B-A49E-54F23B2B2CFB}" destId="{E2A6060D-B7D6-4794-85C6-60DF560CD302}" srcOrd="1" destOrd="0" presId="urn:microsoft.com/office/officeart/2018/5/layout/IconLeafLabelList"/>
    <dgm:cxn modelId="{53E5F2AF-CAB5-4E67-9DEE-97E3EDFDDB28}" type="presParOf" srcId="{E5F2967B-1C66-4F3B-A49E-54F23B2B2CFB}" destId="{DC9F7A01-EACB-429A-B3CA-961F8ED0D700}" srcOrd="2" destOrd="0" presId="urn:microsoft.com/office/officeart/2018/5/layout/IconLeafLabelList"/>
    <dgm:cxn modelId="{DBC01AF0-5080-4089-9C65-460181BE9C20}" type="presParOf" srcId="{E5F2967B-1C66-4F3B-A49E-54F23B2B2CFB}" destId="{5ECA0CEE-B7BA-4753-81F6-1B29D056A3C9}" srcOrd="3" destOrd="0" presId="urn:microsoft.com/office/officeart/2018/5/layout/IconLeafLabelList"/>
    <dgm:cxn modelId="{41CF4A0A-6E67-4E43-8173-DEC8F5BBB77A}" type="presParOf" srcId="{E267D230-F973-4764-A2E2-D61BB332F92D}" destId="{4719325D-3160-4478-B3F2-BECAC178D319}" srcOrd="1" destOrd="0" presId="urn:microsoft.com/office/officeart/2018/5/layout/IconLeafLabelList"/>
    <dgm:cxn modelId="{6889ED35-9540-4D27-8684-5BAA09467619}" type="presParOf" srcId="{E267D230-F973-4764-A2E2-D61BB332F92D}" destId="{F540E191-A4BD-4FFE-B6C9-BF28534BFE18}" srcOrd="2" destOrd="0" presId="urn:microsoft.com/office/officeart/2018/5/layout/IconLeafLabelList"/>
    <dgm:cxn modelId="{6FA08DA8-0453-4673-9826-9D5C3030D858}" type="presParOf" srcId="{F540E191-A4BD-4FFE-B6C9-BF28534BFE18}" destId="{8B587FCD-482C-4E67-87D8-B5620275DB2B}" srcOrd="0" destOrd="0" presId="urn:microsoft.com/office/officeart/2018/5/layout/IconLeafLabelList"/>
    <dgm:cxn modelId="{29CEB794-09FB-4804-8045-516B696DE30E}" type="presParOf" srcId="{F540E191-A4BD-4FFE-B6C9-BF28534BFE18}" destId="{5A3D9DE7-0624-4117-8B62-A030ABAAACBC}" srcOrd="1" destOrd="0" presId="urn:microsoft.com/office/officeart/2018/5/layout/IconLeafLabelList"/>
    <dgm:cxn modelId="{B91C7C7F-0A42-48EE-9088-4619BA5CAE79}" type="presParOf" srcId="{F540E191-A4BD-4FFE-B6C9-BF28534BFE18}" destId="{F9BACB23-7789-4E60-AE5C-0216859A630B}" srcOrd="2" destOrd="0" presId="urn:microsoft.com/office/officeart/2018/5/layout/IconLeafLabelList"/>
    <dgm:cxn modelId="{FB0EAC5E-DBED-4F73-92C2-ABCDD5DB895A}" type="presParOf" srcId="{F540E191-A4BD-4FFE-B6C9-BF28534BFE18}" destId="{4A05150C-8838-4854-9DEB-B715FC994498}" srcOrd="3" destOrd="0" presId="urn:microsoft.com/office/officeart/2018/5/layout/IconLeafLabelList"/>
    <dgm:cxn modelId="{EF0DA7BB-9479-462F-8AFA-E374A4F322A4}" type="presParOf" srcId="{E267D230-F973-4764-A2E2-D61BB332F92D}" destId="{88306220-A972-4FA0-B07C-AA9316F781A9}" srcOrd="3" destOrd="0" presId="urn:microsoft.com/office/officeart/2018/5/layout/IconLeafLabelList"/>
    <dgm:cxn modelId="{470B329F-4556-4C70-8ED0-81F5AFB92608}" type="presParOf" srcId="{E267D230-F973-4764-A2E2-D61BB332F92D}" destId="{812506D6-0F61-406B-B866-D494D139C46F}" srcOrd="4" destOrd="0" presId="urn:microsoft.com/office/officeart/2018/5/layout/IconLeafLabelList"/>
    <dgm:cxn modelId="{9D4F7C13-F3EB-432B-AFAB-A1CFE168B303}" type="presParOf" srcId="{812506D6-0F61-406B-B866-D494D139C46F}" destId="{B3657627-264B-4A3E-ACE9-60DF74103EF7}" srcOrd="0" destOrd="0" presId="urn:microsoft.com/office/officeart/2018/5/layout/IconLeafLabelList"/>
    <dgm:cxn modelId="{18C68EA7-DEA2-4BFE-8706-F4DB1BD3D49D}" type="presParOf" srcId="{812506D6-0F61-406B-B866-D494D139C46F}" destId="{0E758834-3C9F-4672-A76E-E461337AC2CD}" srcOrd="1" destOrd="0" presId="urn:microsoft.com/office/officeart/2018/5/layout/IconLeafLabelList"/>
    <dgm:cxn modelId="{7878E43A-9A2C-4EC5-9226-E66DE717C928}" type="presParOf" srcId="{812506D6-0F61-406B-B866-D494D139C46F}" destId="{3A2E196B-3302-4D73-BF59-E3F98BAED569}" srcOrd="2" destOrd="0" presId="urn:microsoft.com/office/officeart/2018/5/layout/IconLeafLabelList"/>
    <dgm:cxn modelId="{A73D6836-683C-4155-819A-9E11CCB1DE91}" type="presParOf" srcId="{812506D6-0F61-406B-B866-D494D139C46F}" destId="{86600E7D-1708-4C8F-99EF-DC79B97E40DD}" srcOrd="3" destOrd="0" presId="urn:microsoft.com/office/officeart/2018/5/layout/IconLeafLabelList"/>
    <dgm:cxn modelId="{0BA13C6D-7D1C-4E86-9393-AC7096CA6AF9}" type="presParOf" srcId="{E267D230-F973-4764-A2E2-D61BB332F92D}" destId="{642D4271-B6B8-4A9E-8407-65B8ED89D4CB}" srcOrd="5" destOrd="0" presId="urn:microsoft.com/office/officeart/2018/5/layout/IconLeafLabelList"/>
    <dgm:cxn modelId="{C4C3AC28-FDBE-470B-B4AB-C94B4C02A34D}" type="presParOf" srcId="{E267D230-F973-4764-A2E2-D61BB332F92D}" destId="{75067964-B75B-49CA-8401-EE4B7B3D87F7}" srcOrd="6" destOrd="0" presId="urn:microsoft.com/office/officeart/2018/5/layout/IconLeafLabelList"/>
    <dgm:cxn modelId="{60F3645B-25DF-4724-8521-EBFDA1F339D7}" type="presParOf" srcId="{75067964-B75B-49CA-8401-EE4B7B3D87F7}" destId="{5D46CDCF-0A85-4579-894D-3B1B6DD35CFA}" srcOrd="0" destOrd="0" presId="urn:microsoft.com/office/officeart/2018/5/layout/IconLeafLabelList"/>
    <dgm:cxn modelId="{B9265767-1523-4363-8CA6-46D7CDC114A5}" type="presParOf" srcId="{75067964-B75B-49CA-8401-EE4B7B3D87F7}" destId="{E6E43DFA-CEAD-4571-B154-6CF1801141DF}" srcOrd="1" destOrd="0" presId="urn:microsoft.com/office/officeart/2018/5/layout/IconLeafLabelList"/>
    <dgm:cxn modelId="{90E422EF-A4B1-4D5A-AB11-71E4E017DB73}" type="presParOf" srcId="{75067964-B75B-49CA-8401-EE4B7B3D87F7}" destId="{8288CA40-7E91-43D1-868B-A458F682A912}" srcOrd="2" destOrd="0" presId="urn:microsoft.com/office/officeart/2018/5/layout/IconLeafLabelList"/>
    <dgm:cxn modelId="{77ADCAF9-0B24-479E-BC3F-750AB200B02D}" type="presParOf" srcId="{75067964-B75B-49CA-8401-EE4B7B3D87F7}" destId="{B0AEE92C-D268-429C-8EED-2DF159C0465D}" srcOrd="3" destOrd="0" presId="urn:microsoft.com/office/officeart/2018/5/layout/IconLeafLabelList"/>
    <dgm:cxn modelId="{905EF8BD-31D1-4BDF-BC5A-BE32A3B7214F}" type="presParOf" srcId="{E267D230-F973-4764-A2E2-D61BB332F92D}" destId="{5762951E-29CB-4716-B6A5-4B0323AFE256}" srcOrd="7" destOrd="0" presId="urn:microsoft.com/office/officeart/2018/5/layout/IconLeafLabelList"/>
    <dgm:cxn modelId="{0AE27063-E23F-45C0-8266-36049C1BBD1A}" type="presParOf" srcId="{E267D230-F973-4764-A2E2-D61BB332F92D}" destId="{EF900CAC-6412-4CE3-BD2F-8DF6BA507A80}" srcOrd="8" destOrd="0" presId="urn:microsoft.com/office/officeart/2018/5/layout/IconLeafLabelList"/>
    <dgm:cxn modelId="{84F3504C-13E8-4555-8F24-C5D237B7F101}" type="presParOf" srcId="{EF900CAC-6412-4CE3-BD2F-8DF6BA507A80}" destId="{1DD5D0A5-C5D9-468F-A24E-356EBF7268D5}" srcOrd="0" destOrd="0" presId="urn:microsoft.com/office/officeart/2018/5/layout/IconLeafLabelList"/>
    <dgm:cxn modelId="{33C382F8-D883-4BED-97F8-FDA84BC503E8}" type="presParOf" srcId="{EF900CAC-6412-4CE3-BD2F-8DF6BA507A80}" destId="{1F49DD7A-5369-4B32-93F4-D11C2D1349B1}" srcOrd="1" destOrd="0" presId="urn:microsoft.com/office/officeart/2018/5/layout/IconLeafLabelList"/>
    <dgm:cxn modelId="{833E0F44-DF63-4782-9ADF-CF2F73A277F5}" type="presParOf" srcId="{EF900CAC-6412-4CE3-BD2F-8DF6BA507A80}" destId="{C39911BB-76EF-4530-BAEA-8DA43AADE542}" srcOrd="2" destOrd="0" presId="urn:microsoft.com/office/officeart/2018/5/layout/IconLeafLabelList"/>
    <dgm:cxn modelId="{12479441-B086-451D-BAEF-5153E0A1B494}" type="presParOf" srcId="{EF900CAC-6412-4CE3-BD2F-8DF6BA507A80}" destId="{E9AF1334-7D31-48DA-A8AE-4CB1A554721C}" srcOrd="3" destOrd="0" presId="urn:microsoft.com/office/officeart/2018/5/layout/IconLeafLabelList"/>
    <dgm:cxn modelId="{37363C5E-E886-42C2-B574-0CAB1E19ADB2}" type="presParOf" srcId="{E267D230-F973-4764-A2E2-D61BB332F92D}" destId="{7B483940-D05A-4BD2-AE24-82263E070388}" srcOrd="9" destOrd="0" presId="urn:microsoft.com/office/officeart/2018/5/layout/IconLeafLabelList"/>
    <dgm:cxn modelId="{31A3E70E-F925-4520-960A-9572E32AE0EC}" type="presParOf" srcId="{E267D230-F973-4764-A2E2-D61BB332F92D}" destId="{EF8B5141-06F4-4A2B-9D0D-3C3E430D9FAA}" srcOrd="10" destOrd="0" presId="urn:microsoft.com/office/officeart/2018/5/layout/IconLeafLabelList"/>
    <dgm:cxn modelId="{785BA0DB-686A-40C8-9F4B-603F555614EA}" type="presParOf" srcId="{EF8B5141-06F4-4A2B-9D0D-3C3E430D9FAA}" destId="{960F267E-7E8F-4DF7-9B9F-12FEE62F4551}" srcOrd="0" destOrd="0" presId="urn:microsoft.com/office/officeart/2018/5/layout/IconLeafLabelList"/>
    <dgm:cxn modelId="{805CC0E5-3EF3-442F-AC6C-ABF56F139C2F}" type="presParOf" srcId="{EF8B5141-06F4-4A2B-9D0D-3C3E430D9FAA}" destId="{87C530F7-A4AE-44CE-9BFF-985F8A2DD847}" srcOrd="1" destOrd="0" presId="urn:microsoft.com/office/officeart/2018/5/layout/IconLeafLabelList"/>
    <dgm:cxn modelId="{259E39F2-AED3-45BB-B23B-4B09A1D49562}" type="presParOf" srcId="{EF8B5141-06F4-4A2B-9D0D-3C3E430D9FAA}" destId="{F0B0D44F-5EC4-4F9E-A589-E96DA41964A8}" srcOrd="2" destOrd="0" presId="urn:microsoft.com/office/officeart/2018/5/layout/IconLeafLabelList"/>
    <dgm:cxn modelId="{090B2B45-2BB3-4819-9D1F-6FC0C9C04998}" type="presParOf" srcId="{EF8B5141-06F4-4A2B-9D0D-3C3E430D9FAA}" destId="{DE5C556D-1266-42F7-888C-86D2503F0C1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E9F848-A897-4BAA-B45E-26BBFA2BF2D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0ABFCF8-22B2-41B0-8E25-3669DA633F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CU01 – Iniciar sesión: acceso seguro al sistema.</a:t>
          </a:r>
        </a:p>
      </dgm:t>
    </dgm:pt>
    <dgm:pt modelId="{7BA23C97-432B-4203-AE26-B1EB3363CEF0}" type="parTrans" cxnId="{6359867D-DDBE-4C8C-B9D7-36D2196ADDC4}">
      <dgm:prSet/>
      <dgm:spPr/>
      <dgm:t>
        <a:bodyPr/>
        <a:lstStyle/>
        <a:p>
          <a:endParaRPr lang="en-US"/>
        </a:p>
      </dgm:t>
    </dgm:pt>
    <dgm:pt modelId="{532C2A70-1565-4575-8C2E-C75B617A2BEA}" type="sibTrans" cxnId="{6359867D-DDBE-4C8C-B9D7-36D2196ADDC4}">
      <dgm:prSet/>
      <dgm:spPr/>
      <dgm:t>
        <a:bodyPr/>
        <a:lstStyle/>
        <a:p>
          <a:endParaRPr lang="en-US"/>
        </a:p>
      </dgm:t>
    </dgm:pt>
    <dgm:pt modelId="{3DE41C73-295F-43AD-AC83-A9195E210A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CU03 – Escanear red: detectar y actualizar dispositivos activos.</a:t>
          </a:r>
        </a:p>
      </dgm:t>
    </dgm:pt>
    <dgm:pt modelId="{341D7495-8FFF-4F65-84B5-CE53083863AA}" type="parTrans" cxnId="{DAD6FC44-D8BF-4C18-8866-655EAE53CF4A}">
      <dgm:prSet/>
      <dgm:spPr/>
      <dgm:t>
        <a:bodyPr/>
        <a:lstStyle/>
        <a:p>
          <a:endParaRPr lang="en-US"/>
        </a:p>
      </dgm:t>
    </dgm:pt>
    <dgm:pt modelId="{65AF65DC-42CF-417A-B620-3117223E4009}" type="sibTrans" cxnId="{DAD6FC44-D8BF-4C18-8866-655EAE53CF4A}">
      <dgm:prSet/>
      <dgm:spPr/>
      <dgm:t>
        <a:bodyPr/>
        <a:lstStyle/>
        <a:p>
          <a:endParaRPr lang="en-US"/>
        </a:p>
      </dgm:t>
    </dgm:pt>
    <dgm:pt modelId="{ADACF94E-2DA8-406C-A35E-5687B790FD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CU04 – Ver dispositivos activos: mostrar IP, MAC y usuario.</a:t>
          </a:r>
        </a:p>
      </dgm:t>
    </dgm:pt>
    <dgm:pt modelId="{E28D8547-BEFE-453A-80F3-971ED3C06DC4}" type="parTrans" cxnId="{3C7ED375-C72D-4017-B36E-F7766E6B09BB}">
      <dgm:prSet/>
      <dgm:spPr/>
      <dgm:t>
        <a:bodyPr/>
        <a:lstStyle/>
        <a:p>
          <a:endParaRPr lang="en-US"/>
        </a:p>
      </dgm:t>
    </dgm:pt>
    <dgm:pt modelId="{F684D0CA-1694-45DC-AB8B-F56DE2FA93C4}" type="sibTrans" cxnId="{3C7ED375-C72D-4017-B36E-F7766E6B09BB}">
      <dgm:prSet/>
      <dgm:spPr/>
      <dgm:t>
        <a:bodyPr/>
        <a:lstStyle/>
        <a:p>
          <a:endParaRPr lang="en-US"/>
        </a:p>
      </dgm:t>
    </dgm:pt>
    <dgm:pt modelId="{63687420-EF9C-42EC-8CAE-D0C7DF8F09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CU11 – Visualizar métricas: dashboard con KPIs y alertas.</a:t>
          </a:r>
        </a:p>
      </dgm:t>
    </dgm:pt>
    <dgm:pt modelId="{C65099F0-88CC-49A7-9BCC-D9EA679C3171}" type="parTrans" cxnId="{16E1C6B8-F7E1-4511-AD3D-137E85CACE78}">
      <dgm:prSet/>
      <dgm:spPr/>
      <dgm:t>
        <a:bodyPr/>
        <a:lstStyle/>
        <a:p>
          <a:endParaRPr lang="en-US"/>
        </a:p>
      </dgm:t>
    </dgm:pt>
    <dgm:pt modelId="{26756FA8-0469-47C1-A037-F1771D63BB6C}" type="sibTrans" cxnId="{16E1C6B8-F7E1-4511-AD3D-137E85CACE78}">
      <dgm:prSet/>
      <dgm:spPr/>
      <dgm:t>
        <a:bodyPr/>
        <a:lstStyle/>
        <a:p>
          <a:endParaRPr lang="en-US"/>
        </a:p>
      </dgm:t>
    </dgm:pt>
    <dgm:pt modelId="{E9000C61-5AB9-4395-A4B3-F9C797F6E4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CU13 – Registrar usuario de red: agregar nuevos usuarios.</a:t>
          </a:r>
        </a:p>
      </dgm:t>
    </dgm:pt>
    <dgm:pt modelId="{FA5ABAD7-9C20-46EC-B32E-A634C53DE0A5}" type="parTrans" cxnId="{66A3EF96-8DB8-4165-A175-F552C4899924}">
      <dgm:prSet/>
      <dgm:spPr/>
      <dgm:t>
        <a:bodyPr/>
        <a:lstStyle/>
        <a:p>
          <a:endParaRPr lang="en-US"/>
        </a:p>
      </dgm:t>
    </dgm:pt>
    <dgm:pt modelId="{C8BA5499-171A-4AF1-B9B1-E014F506F8B3}" type="sibTrans" cxnId="{66A3EF96-8DB8-4165-A175-F552C4899924}">
      <dgm:prSet/>
      <dgm:spPr/>
      <dgm:t>
        <a:bodyPr/>
        <a:lstStyle/>
        <a:p>
          <a:endParaRPr lang="en-US"/>
        </a:p>
      </dgm:t>
    </dgm:pt>
    <dgm:pt modelId="{694541F7-D933-4A74-8735-49408328AF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CU14 – Asignar usuario a dispositivo: vincular usuario con equipo.</a:t>
          </a:r>
        </a:p>
      </dgm:t>
    </dgm:pt>
    <dgm:pt modelId="{AE542D98-4BD2-46F6-B14F-F836EFE054F7}" type="parTrans" cxnId="{85BAAB02-02A1-4CF8-B6D0-ED3480F7FB23}">
      <dgm:prSet/>
      <dgm:spPr/>
      <dgm:t>
        <a:bodyPr/>
        <a:lstStyle/>
        <a:p>
          <a:endParaRPr lang="en-US"/>
        </a:p>
      </dgm:t>
    </dgm:pt>
    <dgm:pt modelId="{E33C67BE-C030-4631-B4FD-449FE015236D}" type="sibTrans" cxnId="{85BAAB02-02A1-4CF8-B6D0-ED3480F7FB23}">
      <dgm:prSet/>
      <dgm:spPr/>
      <dgm:t>
        <a:bodyPr/>
        <a:lstStyle/>
        <a:p>
          <a:endParaRPr lang="en-US"/>
        </a:p>
      </dgm:t>
    </dgm:pt>
    <dgm:pt modelId="{8F6D7AC9-03D2-4774-A1C7-5DDCA9AB81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CU17 – Analizar logs y alertas: revisar eventos y conflictos.</a:t>
          </a:r>
        </a:p>
      </dgm:t>
    </dgm:pt>
    <dgm:pt modelId="{71D5783E-AEF9-4CA9-8CA7-64CE4FD69B3D}" type="parTrans" cxnId="{D7716F10-DF17-447A-8B7B-CE9AEB763891}">
      <dgm:prSet/>
      <dgm:spPr/>
      <dgm:t>
        <a:bodyPr/>
        <a:lstStyle/>
        <a:p>
          <a:endParaRPr lang="en-US"/>
        </a:p>
      </dgm:t>
    </dgm:pt>
    <dgm:pt modelId="{C26DFEE0-647D-417A-88D3-4CD2B2C63589}" type="sibTrans" cxnId="{D7716F10-DF17-447A-8B7B-CE9AEB763891}">
      <dgm:prSet/>
      <dgm:spPr/>
      <dgm:t>
        <a:bodyPr/>
        <a:lstStyle/>
        <a:p>
          <a:endParaRPr lang="en-US"/>
        </a:p>
      </dgm:t>
    </dgm:pt>
    <dgm:pt modelId="{48909EB8-8920-4662-910B-093780A670BE}" type="pres">
      <dgm:prSet presAssocID="{7FE9F848-A897-4BAA-B45E-26BBFA2BF2D7}" presName="root" presStyleCnt="0">
        <dgm:presLayoutVars>
          <dgm:dir/>
          <dgm:resizeHandles val="exact"/>
        </dgm:presLayoutVars>
      </dgm:prSet>
      <dgm:spPr/>
    </dgm:pt>
    <dgm:pt modelId="{17D6F82F-F6DA-44BE-95D2-ACE5BD00A55D}" type="pres">
      <dgm:prSet presAssocID="{40ABFCF8-22B2-41B0-8E25-3669DA633FAF}" presName="compNode" presStyleCnt="0"/>
      <dgm:spPr/>
    </dgm:pt>
    <dgm:pt modelId="{7DD9AC23-6539-4C5A-9B64-1E2C9A6094AD}" type="pres">
      <dgm:prSet presAssocID="{40ABFCF8-22B2-41B0-8E25-3669DA633FAF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3408B0B8-5003-484B-9B1B-CE91E9CC7183}" type="pres">
      <dgm:prSet presAssocID="{40ABFCF8-22B2-41B0-8E25-3669DA633FAF}" presName="spaceRect" presStyleCnt="0"/>
      <dgm:spPr/>
    </dgm:pt>
    <dgm:pt modelId="{8DCE0743-C711-42A5-9364-E60E5FBA2AD3}" type="pres">
      <dgm:prSet presAssocID="{40ABFCF8-22B2-41B0-8E25-3669DA633FAF}" presName="textRect" presStyleLbl="revTx" presStyleIdx="0" presStyleCnt="7">
        <dgm:presLayoutVars>
          <dgm:chMax val="1"/>
          <dgm:chPref val="1"/>
        </dgm:presLayoutVars>
      </dgm:prSet>
      <dgm:spPr/>
    </dgm:pt>
    <dgm:pt modelId="{3393A84D-E8C9-4C8F-954F-F7531F161D0D}" type="pres">
      <dgm:prSet presAssocID="{532C2A70-1565-4575-8C2E-C75B617A2BEA}" presName="sibTrans" presStyleCnt="0"/>
      <dgm:spPr/>
    </dgm:pt>
    <dgm:pt modelId="{AA4AE8B7-E39F-41B6-8528-849C6B8CE0FB}" type="pres">
      <dgm:prSet presAssocID="{3DE41C73-295F-43AD-AC83-A9195E210A5A}" presName="compNode" presStyleCnt="0"/>
      <dgm:spPr/>
    </dgm:pt>
    <dgm:pt modelId="{FE493A05-C918-46FE-AFEB-FFD9BD2AA5E0}" type="pres">
      <dgm:prSet presAssocID="{3DE41C73-295F-43AD-AC83-A9195E210A5A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3E1F80B5-83CE-46F1-A76F-964F6AF105FB}" type="pres">
      <dgm:prSet presAssocID="{3DE41C73-295F-43AD-AC83-A9195E210A5A}" presName="spaceRect" presStyleCnt="0"/>
      <dgm:spPr/>
    </dgm:pt>
    <dgm:pt modelId="{C73D9508-A2A1-4279-9D86-6F5282594FAB}" type="pres">
      <dgm:prSet presAssocID="{3DE41C73-295F-43AD-AC83-A9195E210A5A}" presName="textRect" presStyleLbl="revTx" presStyleIdx="1" presStyleCnt="7">
        <dgm:presLayoutVars>
          <dgm:chMax val="1"/>
          <dgm:chPref val="1"/>
        </dgm:presLayoutVars>
      </dgm:prSet>
      <dgm:spPr/>
    </dgm:pt>
    <dgm:pt modelId="{B8BC5BBE-0B04-48EA-BB46-AD9564553477}" type="pres">
      <dgm:prSet presAssocID="{65AF65DC-42CF-417A-B620-3117223E4009}" presName="sibTrans" presStyleCnt="0"/>
      <dgm:spPr/>
    </dgm:pt>
    <dgm:pt modelId="{08902829-5180-4A2B-9900-03E01135EC4D}" type="pres">
      <dgm:prSet presAssocID="{ADACF94E-2DA8-406C-A35E-5687B790FD85}" presName="compNode" presStyleCnt="0"/>
      <dgm:spPr/>
    </dgm:pt>
    <dgm:pt modelId="{97F39C57-60E2-4198-A6ED-A57D0B6E6010}" type="pres">
      <dgm:prSet presAssocID="{ADACF94E-2DA8-406C-A35E-5687B790FD85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B6EAE3FF-3E9A-4A4E-B909-5283309C6BF6}" type="pres">
      <dgm:prSet presAssocID="{ADACF94E-2DA8-406C-A35E-5687B790FD85}" presName="spaceRect" presStyleCnt="0"/>
      <dgm:spPr/>
    </dgm:pt>
    <dgm:pt modelId="{F6026611-9440-4522-99A3-81165DD3EE80}" type="pres">
      <dgm:prSet presAssocID="{ADACF94E-2DA8-406C-A35E-5687B790FD85}" presName="textRect" presStyleLbl="revTx" presStyleIdx="2" presStyleCnt="7">
        <dgm:presLayoutVars>
          <dgm:chMax val="1"/>
          <dgm:chPref val="1"/>
        </dgm:presLayoutVars>
      </dgm:prSet>
      <dgm:spPr/>
    </dgm:pt>
    <dgm:pt modelId="{9A9A6BCD-FC88-44E9-B271-10088F4312AA}" type="pres">
      <dgm:prSet presAssocID="{F684D0CA-1694-45DC-AB8B-F56DE2FA93C4}" presName="sibTrans" presStyleCnt="0"/>
      <dgm:spPr/>
    </dgm:pt>
    <dgm:pt modelId="{0B40F434-1DBE-484A-9469-EFA99516DEA9}" type="pres">
      <dgm:prSet presAssocID="{63687420-EF9C-42EC-8CAE-D0C7DF8F0917}" presName="compNode" presStyleCnt="0"/>
      <dgm:spPr/>
    </dgm:pt>
    <dgm:pt modelId="{C74A779E-BC08-4EC0-8A31-389F7D35D88E}" type="pres">
      <dgm:prSet presAssocID="{63687420-EF9C-42EC-8CAE-D0C7DF8F0917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F0DE0FEF-E26B-4C60-A347-17DFCEA7E45B}" type="pres">
      <dgm:prSet presAssocID="{63687420-EF9C-42EC-8CAE-D0C7DF8F0917}" presName="spaceRect" presStyleCnt="0"/>
      <dgm:spPr/>
    </dgm:pt>
    <dgm:pt modelId="{206D9030-BD18-4B8B-AD77-10836841911D}" type="pres">
      <dgm:prSet presAssocID="{63687420-EF9C-42EC-8CAE-D0C7DF8F0917}" presName="textRect" presStyleLbl="revTx" presStyleIdx="3" presStyleCnt="7">
        <dgm:presLayoutVars>
          <dgm:chMax val="1"/>
          <dgm:chPref val="1"/>
        </dgm:presLayoutVars>
      </dgm:prSet>
      <dgm:spPr/>
    </dgm:pt>
    <dgm:pt modelId="{FE5F399B-47EA-4A37-AE1F-F02144A508E7}" type="pres">
      <dgm:prSet presAssocID="{26756FA8-0469-47C1-A037-F1771D63BB6C}" presName="sibTrans" presStyleCnt="0"/>
      <dgm:spPr/>
    </dgm:pt>
    <dgm:pt modelId="{32AB6D38-671A-4BD6-910D-B783C9D3F65A}" type="pres">
      <dgm:prSet presAssocID="{E9000C61-5AB9-4395-A4B3-F9C797F6E4D8}" presName="compNode" presStyleCnt="0"/>
      <dgm:spPr/>
    </dgm:pt>
    <dgm:pt modelId="{F89E51CC-FFE6-4867-8613-63B47C8EDA5A}" type="pres">
      <dgm:prSet presAssocID="{E9000C61-5AB9-4395-A4B3-F9C797F6E4D8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F65E2C4C-2726-4DFC-B11D-3501EA9836D8}" type="pres">
      <dgm:prSet presAssocID="{E9000C61-5AB9-4395-A4B3-F9C797F6E4D8}" presName="spaceRect" presStyleCnt="0"/>
      <dgm:spPr/>
    </dgm:pt>
    <dgm:pt modelId="{AA7D4439-40B1-4AE1-9127-6F69AB216DDA}" type="pres">
      <dgm:prSet presAssocID="{E9000C61-5AB9-4395-A4B3-F9C797F6E4D8}" presName="textRect" presStyleLbl="revTx" presStyleIdx="4" presStyleCnt="7">
        <dgm:presLayoutVars>
          <dgm:chMax val="1"/>
          <dgm:chPref val="1"/>
        </dgm:presLayoutVars>
      </dgm:prSet>
      <dgm:spPr/>
    </dgm:pt>
    <dgm:pt modelId="{4E0484CA-DC8A-4EEA-85F6-913C7411278A}" type="pres">
      <dgm:prSet presAssocID="{C8BA5499-171A-4AF1-B9B1-E014F506F8B3}" presName="sibTrans" presStyleCnt="0"/>
      <dgm:spPr/>
    </dgm:pt>
    <dgm:pt modelId="{2D7ECC7A-0528-4B6E-ADE1-DDF70942DB5D}" type="pres">
      <dgm:prSet presAssocID="{694541F7-D933-4A74-8735-49408328AF9E}" presName="compNode" presStyleCnt="0"/>
      <dgm:spPr/>
    </dgm:pt>
    <dgm:pt modelId="{12CA2E79-E89A-467B-BD33-C62331B8E826}" type="pres">
      <dgm:prSet presAssocID="{694541F7-D933-4A74-8735-49408328AF9E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00C43419-F77E-43E9-A034-07B4CC6B066A}" type="pres">
      <dgm:prSet presAssocID="{694541F7-D933-4A74-8735-49408328AF9E}" presName="spaceRect" presStyleCnt="0"/>
      <dgm:spPr/>
    </dgm:pt>
    <dgm:pt modelId="{B5B30098-48A2-4C34-A694-6B2BAF5334A6}" type="pres">
      <dgm:prSet presAssocID="{694541F7-D933-4A74-8735-49408328AF9E}" presName="textRect" presStyleLbl="revTx" presStyleIdx="5" presStyleCnt="7">
        <dgm:presLayoutVars>
          <dgm:chMax val="1"/>
          <dgm:chPref val="1"/>
        </dgm:presLayoutVars>
      </dgm:prSet>
      <dgm:spPr/>
    </dgm:pt>
    <dgm:pt modelId="{EA2F1E9A-ACE2-429F-A072-AB774B8FDFDC}" type="pres">
      <dgm:prSet presAssocID="{E33C67BE-C030-4631-B4FD-449FE015236D}" presName="sibTrans" presStyleCnt="0"/>
      <dgm:spPr/>
    </dgm:pt>
    <dgm:pt modelId="{D7FCE47C-3C8E-404D-AD43-DA000532EF82}" type="pres">
      <dgm:prSet presAssocID="{8F6D7AC9-03D2-4774-A1C7-5DDCA9AB8167}" presName="compNode" presStyleCnt="0"/>
      <dgm:spPr/>
    </dgm:pt>
    <dgm:pt modelId="{E41892C6-BB19-4753-BE9D-77A04B4237CB}" type="pres">
      <dgm:prSet presAssocID="{8F6D7AC9-03D2-4774-A1C7-5DDCA9AB8167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5335F4A2-A878-494A-92D0-9CC2EA14C69E}" type="pres">
      <dgm:prSet presAssocID="{8F6D7AC9-03D2-4774-A1C7-5DDCA9AB8167}" presName="spaceRect" presStyleCnt="0"/>
      <dgm:spPr/>
    </dgm:pt>
    <dgm:pt modelId="{5B109BAB-44C4-4723-B810-AB2C91A8403E}" type="pres">
      <dgm:prSet presAssocID="{8F6D7AC9-03D2-4774-A1C7-5DDCA9AB8167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1E0E0F00-2256-4423-94FF-09E2C3E43BAC}" type="presOf" srcId="{3DE41C73-295F-43AD-AC83-A9195E210A5A}" destId="{C73D9508-A2A1-4279-9D86-6F5282594FAB}" srcOrd="0" destOrd="0" presId="urn:microsoft.com/office/officeart/2018/2/layout/IconLabelList"/>
    <dgm:cxn modelId="{CD513A01-D482-4494-A855-E46DF922AB7F}" type="presOf" srcId="{E9000C61-5AB9-4395-A4B3-F9C797F6E4D8}" destId="{AA7D4439-40B1-4AE1-9127-6F69AB216DDA}" srcOrd="0" destOrd="0" presId="urn:microsoft.com/office/officeart/2018/2/layout/IconLabelList"/>
    <dgm:cxn modelId="{D3FB4401-160B-4394-BEEF-F0D0BB85B5EB}" type="presOf" srcId="{7FE9F848-A897-4BAA-B45E-26BBFA2BF2D7}" destId="{48909EB8-8920-4662-910B-093780A670BE}" srcOrd="0" destOrd="0" presId="urn:microsoft.com/office/officeart/2018/2/layout/IconLabelList"/>
    <dgm:cxn modelId="{85BAAB02-02A1-4CF8-B6D0-ED3480F7FB23}" srcId="{7FE9F848-A897-4BAA-B45E-26BBFA2BF2D7}" destId="{694541F7-D933-4A74-8735-49408328AF9E}" srcOrd="5" destOrd="0" parTransId="{AE542D98-4BD2-46F6-B14F-F836EFE054F7}" sibTransId="{E33C67BE-C030-4631-B4FD-449FE015236D}"/>
    <dgm:cxn modelId="{D7716F10-DF17-447A-8B7B-CE9AEB763891}" srcId="{7FE9F848-A897-4BAA-B45E-26BBFA2BF2D7}" destId="{8F6D7AC9-03D2-4774-A1C7-5DDCA9AB8167}" srcOrd="6" destOrd="0" parTransId="{71D5783E-AEF9-4CA9-8CA7-64CE4FD69B3D}" sibTransId="{C26DFEE0-647D-417A-88D3-4CD2B2C63589}"/>
    <dgm:cxn modelId="{05882329-071D-46E5-879E-DDF8CBF836FF}" type="presOf" srcId="{8F6D7AC9-03D2-4774-A1C7-5DDCA9AB8167}" destId="{5B109BAB-44C4-4723-B810-AB2C91A8403E}" srcOrd="0" destOrd="0" presId="urn:microsoft.com/office/officeart/2018/2/layout/IconLabelList"/>
    <dgm:cxn modelId="{DAD6FC44-D8BF-4C18-8866-655EAE53CF4A}" srcId="{7FE9F848-A897-4BAA-B45E-26BBFA2BF2D7}" destId="{3DE41C73-295F-43AD-AC83-A9195E210A5A}" srcOrd="1" destOrd="0" parTransId="{341D7495-8FFF-4F65-84B5-CE53083863AA}" sibTransId="{65AF65DC-42CF-417A-B620-3117223E4009}"/>
    <dgm:cxn modelId="{3C7ED375-C72D-4017-B36E-F7766E6B09BB}" srcId="{7FE9F848-A897-4BAA-B45E-26BBFA2BF2D7}" destId="{ADACF94E-2DA8-406C-A35E-5687B790FD85}" srcOrd="2" destOrd="0" parTransId="{E28D8547-BEFE-453A-80F3-971ED3C06DC4}" sibTransId="{F684D0CA-1694-45DC-AB8B-F56DE2FA93C4}"/>
    <dgm:cxn modelId="{6359867D-DDBE-4C8C-B9D7-36D2196ADDC4}" srcId="{7FE9F848-A897-4BAA-B45E-26BBFA2BF2D7}" destId="{40ABFCF8-22B2-41B0-8E25-3669DA633FAF}" srcOrd="0" destOrd="0" parTransId="{7BA23C97-432B-4203-AE26-B1EB3363CEF0}" sibTransId="{532C2A70-1565-4575-8C2E-C75B617A2BEA}"/>
    <dgm:cxn modelId="{2F270686-D09D-451E-9788-794283E2E18A}" type="presOf" srcId="{ADACF94E-2DA8-406C-A35E-5687B790FD85}" destId="{F6026611-9440-4522-99A3-81165DD3EE80}" srcOrd="0" destOrd="0" presId="urn:microsoft.com/office/officeart/2018/2/layout/IconLabelList"/>
    <dgm:cxn modelId="{5E7A3B8A-33B7-4FE2-B50B-43EE66BCCEF7}" type="presOf" srcId="{63687420-EF9C-42EC-8CAE-D0C7DF8F0917}" destId="{206D9030-BD18-4B8B-AD77-10836841911D}" srcOrd="0" destOrd="0" presId="urn:microsoft.com/office/officeart/2018/2/layout/IconLabelList"/>
    <dgm:cxn modelId="{3E9AD98C-5C98-4970-8232-8B3F42E24D6F}" type="presOf" srcId="{40ABFCF8-22B2-41B0-8E25-3669DA633FAF}" destId="{8DCE0743-C711-42A5-9364-E60E5FBA2AD3}" srcOrd="0" destOrd="0" presId="urn:microsoft.com/office/officeart/2018/2/layout/IconLabelList"/>
    <dgm:cxn modelId="{66A3EF96-8DB8-4165-A175-F552C4899924}" srcId="{7FE9F848-A897-4BAA-B45E-26BBFA2BF2D7}" destId="{E9000C61-5AB9-4395-A4B3-F9C797F6E4D8}" srcOrd="4" destOrd="0" parTransId="{FA5ABAD7-9C20-46EC-B32E-A634C53DE0A5}" sibTransId="{C8BA5499-171A-4AF1-B9B1-E014F506F8B3}"/>
    <dgm:cxn modelId="{6BF09BAD-7FA9-4514-BE4F-1F3CA64FDA6E}" type="presOf" srcId="{694541F7-D933-4A74-8735-49408328AF9E}" destId="{B5B30098-48A2-4C34-A694-6B2BAF5334A6}" srcOrd="0" destOrd="0" presId="urn:microsoft.com/office/officeart/2018/2/layout/IconLabelList"/>
    <dgm:cxn modelId="{16E1C6B8-F7E1-4511-AD3D-137E85CACE78}" srcId="{7FE9F848-A897-4BAA-B45E-26BBFA2BF2D7}" destId="{63687420-EF9C-42EC-8CAE-D0C7DF8F0917}" srcOrd="3" destOrd="0" parTransId="{C65099F0-88CC-49A7-9BCC-D9EA679C3171}" sibTransId="{26756FA8-0469-47C1-A037-F1771D63BB6C}"/>
    <dgm:cxn modelId="{BBDBC5A8-B73F-4215-8D7C-7E6A25BDC8E1}" type="presParOf" srcId="{48909EB8-8920-4662-910B-093780A670BE}" destId="{17D6F82F-F6DA-44BE-95D2-ACE5BD00A55D}" srcOrd="0" destOrd="0" presId="urn:microsoft.com/office/officeart/2018/2/layout/IconLabelList"/>
    <dgm:cxn modelId="{C95B9410-7A4B-47A5-AA67-6C8923FF9215}" type="presParOf" srcId="{17D6F82F-F6DA-44BE-95D2-ACE5BD00A55D}" destId="{7DD9AC23-6539-4C5A-9B64-1E2C9A6094AD}" srcOrd="0" destOrd="0" presId="urn:microsoft.com/office/officeart/2018/2/layout/IconLabelList"/>
    <dgm:cxn modelId="{7133F7DF-58D9-4E51-BF27-3C861FDEB603}" type="presParOf" srcId="{17D6F82F-F6DA-44BE-95D2-ACE5BD00A55D}" destId="{3408B0B8-5003-484B-9B1B-CE91E9CC7183}" srcOrd="1" destOrd="0" presId="urn:microsoft.com/office/officeart/2018/2/layout/IconLabelList"/>
    <dgm:cxn modelId="{B51996EC-A188-4B3C-A004-A38442116C01}" type="presParOf" srcId="{17D6F82F-F6DA-44BE-95D2-ACE5BD00A55D}" destId="{8DCE0743-C711-42A5-9364-E60E5FBA2AD3}" srcOrd="2" destOrd="0" presId="urn:microsoft.com/office/officeart/2018/2/layout/IconLabelList"/>
    <dgm:cxn modelId="{0DED5151-F55D-4363-9E25-670CE138F11D}" type="presParOf" srcId="{48909EB8-8920-4662-910B-093780A670BE}" destId="{3393A84D-E8C9-4C8F-954F-F7531F161D0D}" srcOrd="1" destOrd="0" presId="urn:microsoft.com/office/officeart/2018/2/layout/IconLabelList"/>
    <dgm:cxn modelId="{E08C65DC-0EEB-4508-B2D8-FFE8BBF7327D}" type="presParOf" srcId="{48909EB8-8920-4662-910B-093780A670BE}" destId="{AA4AE8B7-E39F-41B6-8528-849C6B8CE0FB}" srcOrd="2" destOrd="0" presId="urn:microsoft.com/office/officeart/2018/2/layout/IconLabelList"/>
    <dgm:cxn modelId="{8B3C62BC-D522-47E1-A3B3-5E5E37153886}" type="presParOf" srcId="{AA4AE8B7-E39F-41B6-8528-849C6B8CE0FB}" destId="{FE493A05-C918-46FE-AFEB-FFD9BD2AA5E0}" srcOrd="0" destOrd="0" presId="urn:microsoft.com/office/officeart/2018/2/layout/IconLabelList"/>
    <dgm:cxn modelId="{0D265A96-5FAF-4601-867D-D63815E54FCB}" type="presParOf" srcId="{AA4AE8B7-E39F-41B6-8528-849C6B8CE0FB}" destId="{3E1F80B5-83CE-46F1-A76F-964F6AF105FB}" srcOrd="1" destOrd="0" presId="urn:microsoft.com/office/officeart/2018/2/layout/IconLabelList"/>
    <dgm:cxn modelId="{B209A22A-F13E-4F42-8BEE-C76BA9133987}" type="presParOf" srcId="{AA4AE8B7-E39F-41B6-8528-849C6B8CE0FB}" destId="{C73D9508-A2A1-4279-9D86-6F5282594FAB}" srcOrd="2" destOrd="0" presId="urn:microsoft.com/office/officeart/2018/2/layout/IconLabelList"/>
    <dgm:cxn modelId="{C7FB0466-6540-4509-A2B4-28568EA669E0}" type="presParOf" srcId="{48909EB8-8920-4662-910B-093780A670BE}" destId="{B8BC5BBE-0B04-48EA-BB46-AD9564553477}" srcOrd="3" destOrd="0" presId="urn:microsoft.com/office/officeart/2018/2/layout/IconLabelList"/>
    <dgm:cxn modelId="{873113F5-BB3E-444B-8BAE-5183F442612A}" type="presParOf" srcId="{48909EB8-8920-4662-910B-093780A670BE}" destId="{08902829-5180-4A2B-9900-03E01135EC4D}" srcOrd="4" destOrd="0" presId="urn:microsoft.com/office/officeart/2018/2/layout/IconLabelList"/>
    <dgm:cxn modelId="{FA691642-7B94-418E-A36A-E31B5D89893B}" type="presParOf" srcId="{08902829-5180-4A2B-9900-03E01135EC4D}" destId="{97F39C57-60E2-4198-A6ED-A57D0B6E6010}" srcOrd="0" destOrd="0" presId="urn:microsoft.com/office/officeart/2018/2/layout/IconLabelList"/>
    <dgm:cxn modelId="{D51C246E-93B5-4879-91CC-54221625F108}" type="presParOf" srcId="{08902829-5180-4A2B-9900-03E01135EC4D}" destId="{B6EAE3FF-3E9A-4A4E-B909-5283309C6BF6}" srcOrd="1" destOrd="0" presId="urn:microsoft.com/office/officeart/2018/2/layout/IconLabelList"/>
    <dgm:cxn modelId="{0268A32F-7BBD-4B4A-9A2A-92CEFB90C213}" type="presParOf" srcId="{08902829-5180-4A2B-9900-03E01135EC4D}" destId="{F6026611-9440-4522-99A3-81165DD3EE80}" srcOrd="2" destOrd="0" presId="urn:microsoft.com/office/officeart/2018/2/layout/IconLabelList"/>
    <dgm:cxn modelId="{27C46F09-BF62-44DE-B591-20BF382B2903}" type="presParOf" srcId="{48909EB8-8920-4662-910B-093780A670BE}" destId="{9A9A6BCD-FC88-44E9-B271-10088F4312AA}" srcOrd="5" destOrd="0" presId="urn:microsoft.com/office/officeart/2018/2/layout/IconLabelList"/>
    <dgm:cxn modelId="{17F3897A-BD76-47D1-AB18-B437C49F2296}" type="presParOf" srcId="{48909EB8-8920-4662-910B-093780A670BE}" destId="{0B40F434-1DBE-484A-9469-EFA99516DEA9}" srcOrd="6" destOrd="0" presId="urn:microsoft.com/office/officeart/2018/2/layout/IconLabelList"/>
    <dgm:cxn modelId="{0C91E8D4-71FB-479A-9A9A-851751886C41}" type="presParOf" srcId="{0B40F434-1DBE-484A-9469-EFA99516DEA9}" destId="{C74A779E-BC08-4EC0-8A31-389F7D35D88E}" srcOrd="0" destOrd="0" presId="urn:microsoft.com/office/officeart/2018/2/layout/IconLabelList"/>
    <dgm:cxn modelId="{FE2AFEFF-D8C2-4F72-BB1E-D26DFF8AE006}" type="presParOf" srcId="{0B40F434-1DBE-484A-9469-EFA99516DEA9}" destId="{F0DE0FEF-E26B-4C60-A347-17DFCEA7E45B}" srcOrd="1" destOrd="0" presId="urn:microsoft.com/office/officeart/2018/2/layout/IconLabelList"/>
    <dgm:cxn modelId="{21BE8D60-ABC0-419D-92A3-8375B8869D76}" type="presParOf" srcId="{0B40F434-1DBE-484A-9469-EFA99516DEA9}" destId="{206D9030-BD18-4B8B-AD77-10836841911D}" srcOrd="2" destOrd="0" presId="urn:microsoft.com/office/officeart/2018/2/layout/IconLabelList"/>
    <dgm:cxn modelId="{03B315B4-C3E5-410B-86B7-3D3648F4FCDE}" type="presParOf" srcId="{48909EB8-8920-4662-910B-093780A670BE}" destId="{FE5F399B-47EA-4A37-AE1F-F02144A508E7}" srcOrd="7" destOrd="0" presId="urn:microsoft.com/office/officeart/2018/2/layout/IconLabelList"/>
    <dgm:cxn modelId="{C49B9ABE-6E3D-415C-B306-680DC654FB50}" type="presParOf" srcId="{48909EB8-8920-4662-910B-093780A670BE}" destId="{32AB6D38-671A-4BD6-910D-B783C9D3F65A}" srcOrd="8" destOrd="0" presId="urn:microsoft.com/office/officeart/2018/2/layout/IconLabelList"/>
    <dgm:cxn modelId="{A4D015FD-A408-4FB8-A544-610C2CDAC6E7}" type="presParOf" srcId="{32AB6D38-671A-4BD6-910D-B783C9D3F65A}" destId="{F89E51CC-FFE6-4867-8613-63B47C8EDA5A}" srcOrd="0" destOrd="0" presId="urn:microsoft.com/office/officeart/2018/2/layout/IconLabelList"/>
    <dgm:cxn modelId="{06F21B61-4BAC-4354-8711-AA9A667B429C}" type="presParOf" srcId="{32AB6D38-671A-4BD6-910D-B783C9D3F65A}" destId="{F65E2C4C-2726-4DFC-B11D-3501EA9836D8}" srcOrd="1" destOrd="0" presId="urn:microsoft.com/office/officeart/2018/2/layout/IconLabelList"/>
    <dgm:cxn modelId="{09D11CB7-8954-4A55-9FA3-F850A8D18134}" type="presParOf" srcId="{32AB6D38-671A-4BD6-910D-B783C9D3F65A}" destId="{AA7D4439-40B1-4AE1-9127-6F69AB216DDA}" srcOrd="2" destOrd="0" presId="urn:microsoft.com/office/officeart/2018/2/layout/IconLabelList"/>
    <dgm:cxn modelId="{4FB832CB-36B8-4EE7-A6C5-2F8637EEE550}" type="presParOf" srcId="{48909EB8-8920-4662-910B-093780A670BE}" destId="{4E0484CA-DC8A-4EEA-85F6-913C7411278A}" srcOrd="9" destOrd="0" presId="urn:microsoft.com/office/officeart/2018/2/layout/IconLabelList"/>
    <dgm:cxn modelId="{0C8D3DA5-ACB1-4151-98D8-365C0C7FDA54}" type="presParOf" srcId="{48909EB8-8920-4662-910B-093780A670BE}" destId="{2D7ECC7A-0528-4B6E-ADE1-DDF70942DB5D}" srcOrd="10" destOrd="0" presId="urn:microsoft.com/office/officeart/2018/2/layout/IconLabelList"/>
    <dgm:cxn modelId="{8C406FE5-E966-4576-BD8E-D9731DD66CED}" type="presParOf" srcId="{2D7ECC7A-0528-4B6E-ADE1-DDF70942DB5D}" destId="{12CA2E79-E89A-467B-BD33-C62331B8E826}" srcOrd="0" destOrd="0" presId="urn:microsoft.com/office/officeart/2018/2/layout/IconLabelList"/>
    <dgm:cxn modelId="{8C719BB9-603A-4341-84A9-CBEF60681A18}" type="presParOf" srcId="{2D7ECC7A-0528-4B6E-ADE1-DDF70942DB5D}" destId="{00C43419-F77E-43E9-A034-07B4CC6B066A}" srcOrd="1" destOrd="0" presId="urn:microsoft.com/office/officeart/2018/2/layout/IconLabelList"/>
    <dgm:cxn modelId="{8E5FE141-7353-455C-BBC9-BF1FB0D5C87B}" type="presParOf" srcId="{2D7ECC7A-0528-4B6E-ADE1-DDF70942DB5D}" destId="{B5B30098-48A2-4C34-A694-6B2BAF5334A6}" srcOrd="2" destOrd="0" presId="urn:microsoft.com/office/officeart/2018/2/layout/IconLabelList"/>
    <dgm:cxn modelId="{1B0F2F35-3351-42C3-A077-F7B13E6A639E}" type="presParOf" srcId="{48909EB8-8920-4662-910B-093780A670BE}" destId="{EA2F1E9A-ACE2-429F-A072-AB774B8FDFDC}" srcOrd="11" destOrd="0" presId="urn:microsoft.com/office/officeart/2018/2/layout/IconLabelList"/>
    <dgm:cxn modelId="{04A065EA-F94A-4183-B636-09D0FBBAF280}" type="presParOf" srcId="{48909EB8-8920-4662-910B-093780A670BE}" destId="{D7FCE47C-3C8E-404D-AD43-DA000532EF82}" srcOrd="12" destOrd="0" presId="urn:microsoft.com/office/officeart/2018/2/layout/IconLabelList"/>
    <dgm:cxn modelId="{E6C1FD52-FF27-4171-89A1-A2CF5DA2CCB0}" type="presParOf" srcId="{D7FCE47C-3C8E-404D-AD43-DA000532EF82}" destId="{E41892C6-BB19-4753-BE9D-77A04B4237CB}" srcOrd="0" destOrd="0" presId="urn:microsoft.com/office/officeart/2018/2/layout/IconLabelList"/>
    <dgm:cxn modelId="{AA7E05FF-55FF-4433-A6DB-499CAA4C47EB}" type="presParOf" srcId="{D7FCE47C-3C8E-404D-AD43-DA000532EF82}" destId="{5335F4A2-A878-494A-92D0-9CC2EA14C69E}" srcOrd="1" destOrd="0" presId="urn:microsoft.com/office/officeart/2018/2/layout/IconLabelList"/>
    <dgm:cxn modelId="{75F13FEF-F96B-476C-81F4-526C05796AB9}" type="presParOf" srcId="{D7FCE47C-3C8E-404D-AD43-DA000532EF82}" destId="{5B109BAB-44C4-4723-B810-AB2C91A8403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9BECB49-4725-45C9-A444-4D9B5D1CBD4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57EB6323-492D-4A71-909E-7C2492708631}">
      <dgm:prSet/>
      <dgm:spPr/>
      <dgm:t>
        <a:bodyPr/>
        <a:lstStyle/>
        <a:p>
          <a:pPr>
            <a:defRPr cap="all"/>
          </a:pPr>
          <a:r>
            <a:rPr lang="en-US"/>
            <a:t>Login: formulario simple con logo y campos de usuario/contraseña.</a:t>
          </a:r>
        </a:p>
      </dgm:t>
    </dgm:pt>
    <dgm:pt modelId="{05FE856A-7E7E-491F-A602-4BC22DF951EA}" type="parTrans" cxnId="{3703B706-0C43-4036-B557-96C6F2CA286D}">
      <dgm:prSet/>
      <dgm:spPr/>
      <dgm:t>
        <a:bodyPr/>
        <a:lstStyle/>
        <a:p>
          <a:endParaRPr lang="en-US"/>
        </a:p>
      </dgm:t>
    </dgm:pt>
    <dgm:pt modelId="{71C1A5D9-32BA-4C29-8512-7BE0E243E459}" type="sibTrans" cxnId="{3703B706-0C43-4036-B557-96C6F2CA286D}">
      <dgm:prSet/>
      <dgm:spPr/>
      <dgm:t>
        <a:bodyPr/>
        <a:lstStyle/>
        <a:p>
          <a:endParaRPr lang="en-US"/>
        </a:p>
      </dgm:t>
    </dgm:pt>
    <dgm:pt modelId="{08A52C19-754C-43AD-A065-E20745D4D24D}">
      <dgm:prSet/>
      <dgm:spPr/>
      <dgm:t>
        <a:bodyPr/>
        <a:lstStyle/>
        <a:p>
          <a:pPr>
            <a:defRPr cap="all"/>
          </a:pPr>
          <a:r>
            <a:rPr lang="en-US"/>
            <a:t>Dashboard: tarjetas con métricas de dispositivos activos, alertas y logs recientes, además de tablas de inventario DNS y resumen de red.</a:t>
          </a:r>
        </a:p>
      </dgm:t>
    </dgm:pt>
    <dgm:pt modelId="{94DB8AD2-2B8C-4E84-BB0A-0D96DEC80F4A}" type="parTrans" cxnId="{1EAF5505-28A2-45FB-9BB0-65658E60ABFD}">
      <dgm:prSet/>
      <dgm:spPr/>
      <dgm:t>
        <a:bodyPr/>
        <a:lstStyle/>
        <a:p>
          <a:endParaRPr lang="en-US"/>
        </a:p>
      </dgm:t>
    </dgm:pt>
    <dgm:pt modelId="{87915F04-26C5-43AF-AAFF-31FD8196D9E5}" type="sibTrans" cxnId="{1EAF5505-28A2-45FB-9BB0-65658E60ABFD}">
      <dgm:prSet/>
      <dgm:spPr/>
      <dgm:t>
        <a:bodyPr/>
        <a:lstStyle/>
        <a:p>
          <a:endParaRPr lang="en-US"/>
        </a:p>
      </dgm:t>
    </dgm:pt>
    <dgm:pt modelId="{82AD75DF-7C38-4F2B-A5B5-0083CC673C15}" type="pres">
      <dgm:prSet presAssocID="{C9BECB49-4725-45C9-A444-4D9B5D1CBD40}" presName="root" presStyleCnt="0">
        <dgm:presLayoutVars>
          <dgm:dir/>
          <dgm:resizeHandles val="exact"/>
        </dgm:presLayoutVars>
      </dgm:prSet>
      <dgm:spPr/>
    </dgm:pt>
    <dgm:pt modelId="{92FBF5B5-13CF-4884-B011-B70BC70DC0E4}" type="pres">
      <dgm:prSet presAssocID="{57EB6323-492D-4A71-909E-7C2492708631}" presName="compNode" presStyleCnt="0"/>
      <dgm:spPr/>
    </dgm:pt>
    <dgm:pt modelId="{26AF312A-21F9-4B1E-8006-970490360C47}" type="pres">
      <dgm:prSet presAssocID="{57EB6323-492D-4A71-909E-7C2492708631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48B9278A-5352-43DF-8E8F-D347C9C7F220}" type="pres">
      <dgm:prSet presAssocID="{57EB6323-492D-4A71-909E-7C249270863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E4AF529-AEA2-4BDA-ABE1-D9941C99D111}" type="pres">
      <dgm:prSet presAssocID="{57EB6323-492D-4A71-909E-7C2492708631}" presName="spaceRect" presStyleCnt="0"/>
      <dgm:spPr/>
    </dgm:pt>
    <dgm:pt modelId="{270298BE-9F99-4FFA-8123-2A4F12B84C05}" type="pres">
      <dgm:prSet presAssocID="{57EB6323-492D-4A71-909E-7C2492708631}" presName="textRect" presStyleLbl="revTx" presStyleIdx="0" presStyleCnt="2">
        <dgm:presLayoutVars>
          <dgm:chMax val="1"/>
          <dgm:chPref val="1"/>
        </dgm:presLayoutVars>
      </dgm:prSet>
      <dgm:spPr/>
    </dgm:pt>
    <dgm:pt modelId="{4B2BF86F-2D67-461A-B423-3D76697CBFF9}" type="pres">
      <dgm:prSet presAssocID="{71C1A5D9-32BA-4C29-8512-7BE0E243E459}" presName="sibTrans" presStyleCnt="0"/>
      <dgm:spPr/>
    </dgm:pt>
    <dgm:pt modelId="{F7EB588D-7567-4153-970E-3C0438BDF66C}" type="pres">
      <dgm:prSet presAssocID="{08A52C19-754C-43AD-A065-E20745D4D24D}" presName="compNode" presStyleCnt="0"/>
      <dgm:spPr/>
    </dgm:pt>
    <dgm:pt modelId="{47361868-6123-4F79-B427-3C5312ABD3DE}" type="pres">
      <dgm:prSet presAssocID="{08A52C19-754C-43AD-A065-E20745D4D24D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66B48997-3488-4F32-A795-2600D95185F9}" type="pres">
      <dgm:prSet presAssocID="{08A52C19-754C-43AD-A065-E20745D4D24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B6BFB799-1E53-4EA6-B62B-B2DD32822052}" type="pres">
      <dgm:prSet presAssocID="{08A52C19-754C-43AD-A065-E20745D4D24D}" presName="spaceRect" presStyleCnt="0"/>
      <dgm:spPr/>
    </dgm:pt>
    <dgm:pt modelId="{D1916F15-A5EC-4BBE-B985-B85D48F38765}" type="pres">
      <dgm:prSet presAssocID="{08A52C19-754C-43AD-A065-E20745D4D24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EAF5505-28A2-45FB-9BB0-65658E60ABFD}" srcId="{C9BECB49-4725-45C9-A444-4D9B5D1CBD40}" destId="{08A52C19-754C-43AD-A065-E20745D4D24D}" srcOrd="1" destOrd="0" parTransId="{94DB8AD2-2B8C-4E84-BB0A-0D96DEC80F4A}" sibTransId="{87915F04-26C5-43AF-AAFF-31FD8196D9E5}"/>
    <dgm:cxn modelId="{3703B706-0C43-4036-B557-96C6F2CA286D}" srcId="{C9BECB49-4725-45C9-A444-4D9B5D1CBD40}" destId="{57EB6323-492D-4A71-909E-7C2492708631}" srcOrd="0" destOrd="0" parTransId="{05FE856A-7E7E-491F-A602-4BC22DF951EA}" sibTransId="{71C1A5D9-32BA-4C29-8512-7BE0E243E459}"/>
    <dgm:cxn modelId="{F2E65724-0181-436E-93C2-A8AA77787F41}" type="presOf" srcId="{08A52C19-754C-43AD-A065-E20745D4D24D}" destId="{D1916F15-A5EC-4BBE-B985-B85D48F38765}" srcOrd="0" destOrd="0" presId="urn:microsoft.com/office/officeart/2018/5/layout/IconLeafLabelList"/>
    <dgm:cxn modelId="{2CD2F9AF-D087-40D5-A98B-58E71B02F211}" type="presOf" srcId="{57EB6323-492D-4A71-909E-7C2492708631}" destId="{270298BE-9F99-4FFA-8123-2A4F12B84C05}" srcOrd="0" destOrd="0" presId="urn:microsoft.com/office/officeart/2018/5/layout/IconLeafLabelList"/>
    <dgm:cxn modelId="{BB89CCB1-486E-484A-B65D-6AC0E51B5106}" type="presOf" srcId="{C9BECB49-4725-45C9-A444-4D9B5D1CBD40}" destId="{82AD75DF-7C38-4F2B-A5B5-0083CC673C15}" srcOrd="0" destOrd="0" presId="urn:microsoft.com/office/officeart/2018/5/layout/IconLeafLabelList"/>
    <dgm:cxn modelId="{8256223F-6E3B-477E-93E7-0F3AD6E77BAA}" type="presParOf" srcId="{82AD75DF-7C38-4F2B-A5B5-0083CC673C15}" destId="{92FBF5B5-13CF-4884-B011-B70BC70DC0E4}" srcOrd="0" destOrd="0" presId="urn:microsoft.com/office/officeart/2018/5/layout/IconLeafLabelList"/>
    <dgm:cxn modelId="{246EE713-EC8A-4863-9785-82F08BCCDD61}" type="presParOf" srcId="{92FBF5B5-13CF-4884-B011-B70BC70DC0E4}" destId="{26AF312A-21F9-4B1E-8006-970490360C47}" srcOrd="0" destOrd="0" presId="urn:microsoft.com/office/officeart/2018/5/layout/IconLeafLabelList"/>
    <dgm:cxn modelId="{BD2B2168-2BAC-49C0-8808-543B2340CC9F}" type="presParOf" srcId="{92FBF5B5-13CF-4884-B011-B70BC70DC0E4}" destId="{48B9278A-5352-43DF-8E8F-D347C9C7F220}" srcOrd="1" destOrd="0" presId="urn:microsoft.com/office/officeart/2018/5/layout/IconLeafLabelList"/>
    <dgm:cxn modelId="{9422F1D6-644B-4F6A-B357-3BA3FF820D88}" type="presParOf" srcId="{92FBF5B5-13CF-4884-B011-B70BC70DC0E4}" destId="{9E4AF529-AEA2-4BDA-ABE1-D9941C99D111}" srcOrd="2" destOrd="0" presId="urn:microsoft.com/office/officeart/2018/5/layout/IconLeafLabelList"/>
    <dgm:cxn modelId="{54C1C3ED-6FD9-4FE5-82C1-E9ED822EE895}" type="presParOf" srcId="{92FBF5B5-13CF-4884-B011-B70BC70DC0E4}" destId="{270298BE-9F99-4FFA-8123-2A4F12B84C05}" srcOrd="3" destOrd="0" presId="urn:microsoft.com/office/officeart/2018/5/layout/IconLeafLabelList"/>
    <dgm:cxn modelId="{CB1FB427-EDF0-4C87-9F40-B316264F6ACE}" type="presParOf" srcId="{82AD75DF-7C38-4F2B-A5B5-0083CC673C15}" destId="{4B2BF86F-2D67-461A-B423-3D76697CBFF9}" srcOrd="1" destOrd="0" presId="urn:microsoft.com/office/officeart/2018/5/layout/IconLeafLabelList"/>
    <dgm:cxn modelId="{C6AEA1A7-7CF1-49CA-A79D-E3BFC20E17BE}" type="presParOf" srcId="{82AD75DF-7C38-4F2B-A5B5-0083CC673C15}" destId="{F7EB588D-7567-4153-970E-3C0438BDF66C}" srcOrd="2" destOrd="0" presId="urn:microsoft.com/office/officeart/2018/5/layout/IconLeafLabelList"/>
    <dgm:cxn modelId="{A2A45F36-3217-4D08-B164-78E7EA9B9B3C}" type="presParOf" srcId="{F7EB588D-7567-4153-970E-3C0438BDF66C}" destId="{47361868-6123-4F79-B427-3C5312ABD3DE}" srcOrd="0" destOrd="0" presId="urn:microsoft.com/office/officeart/2018/5/layout/IconLeafLabelList"/>
    <dgm:cxn modelId="{AC23A67E-FD55-46D4-9C7D-D433A6A5375D}" type="presParOf" srcId="{F7EB588D-7567-4153-970E-3C0438BDF66C}" destId="{66B48997-3488-4F32-A795-2600D95185F9}" srcOrd="1" destOrd="0" presId="urn:microsoft.com/office/officeart/2018/5/layout/IconLeafLabelList"/>
    <dgm:cxn modelId="{A214E129-3B1A-4DF1-8BE0-F592E44337A5}" type="presParOf" srcId="{F7EB588D-7567-4153-970E-3C0438BDF66C}" destId="{B6BFB799-1E53-4EA6-B62B-B2DD32822052}" srcOrd="2" destOrd="0" presId="urn:microsoft.com/office/officeart/2018/5/layout/IconLeafLabelList"/>
    <dgm:cxn modelId="{30CDD9BF-92F2-42E5-BA4A-B14E63CA611A}" type="presParOf" srcId="{F7EB588D-7567-4153-970E-3C0438BDF66C}" destId="{D1916F15-A5EC-4BBE-B985-B85D48F3876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1BFC72-FD05-4777-8020-5A497561AB01}">
      <dsp:nvSpPr>
        <dsp:cNvPr id="0" name=""/>
        <dsp:cNvSpPr/>
      </dsp:nvSpPr>
      <dsp:spPr>
        <a:xfrm>
          <a:off x="519956" y="682806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A6060D-B7D6-4794-85C6-60DF560CD302}">
      <dsp:nvSpPr>
        <dsp:cNvPr id="0" name=""/>
        <dsp:cNvSpPr/>
      </dsp:nvSpPr>
      <dsp:spPr>
        <a:xfrm>
          <a:off x="753956" y="916806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CA0CEE-B7BA-4753-81F6-1B29D056A3C9}">
      <dsp:nvSpPr>
        <dsp:cNvPr id="0" name=""/>
        <dsp:cNvSpPr/>
      </dsp:nvSpPr>
      <dsp:spPr>
        <a:xfrm>
          <a:off x="168956" y="2122806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Híbrida (Scrum + Cascada) Combina la planificación estructurada con la iteración ágil. Etapas:</a:t>
          </a:r>
        </a:p>
      </dsp:txBody>
      <dsp:txXfrm>
        <a:off x="168956" y="2122806"/>
        <a:ext cx="1800000" cy="855000"/>
      </dsp:txXfrm>
    </dsp:sp>
    <dsp:sp modelId="{8B587FCD-482C-4E67-87D8-B5620275DB2B}">
      <dsp:nvSpPr>
        <dsp:cNvPr id="0" name=""/>
        <dsp:cNvSpPr/>
      </dsp:nvSpPr>
      <dsp:spPr>
        <a:xfrm>
          <a:off x="2634956" y="682806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3D9DE7-0624-4117-8B62-A030ABAAACBC}">
      <dsp:nvSpPr>
        <dsp:cNvPr id="0" name=""/>
        <dsp:cNvSpPr/>
      </dsp:nvSpPr>
      <dsp:spPr>
        <a:xfrm>
          <a:off x="2868956" y="916806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05150C-8838-4854-9DEB-B715FC994498}">
      <dsp:nvSpPr>
        <dsp:cNvPr id="0" name=""/>
        <dsp:cNvSpPr/>
      </dsp:nvSpPr>
      <dsp:spPr>
        <a:xfrm>
          <a:off x="2283956" y="2122806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Análisis</a:t>
          </a:r>
        </a:p>
      </dsp:txBody>
      <dsp:txXfrm>
        <a:off x="2283956" y="2122806"/>
        <a:ext cx="1800000" cy="855000"/>
      </dsp:txXfrm>
    </dsp:sp>
    <dsp:sp modelId="{B3657627-264B-4A3E-ACE9-60DF74103EF7}">
      <dsp:nvSpPr>
        <dsp:cNvPr id="0" name=""/>
        <dsp:cNvSpPr/>
      </dsp:nvSpPr>
      <dsp:spPr>
        <a:xfrm>
          <a:off x="4749956" y="682806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758834-3C9F-4672-A76E-E461337AC2CD}">
      <dsp:nvSpPr>
        <dsp:cNvPr id="0" name=""/>
        <dsp:cNvSpPr/>
      </dsp:nvSpPr>
      <dsp:spPr>
        <a:xfrm>
          <a:off x="4983956" y="916806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600E7D-1708-4C8F-99EF-DC79B97E40DD}">
      <dsp:nvSpPr>
        <dsp:cNvPr id="0" name=""/>
        <dsp:cNvSpPr/>
      </dsp:nvSpPr>
      <dsp:spPr>
        <a:xfrm>
          <a:off x="4398956" y="2122806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Diseño</a:t>
          </a:r>
        </a:p>
      </dsp:txBody>
      <dsp:txXfrm>
        <a:off x="4398956" y="2122806"/>
        <a:ext cx="1800000" cy="855000"/>
      </dsp:txXfrm>
    </dsp:sp>
    <dsp:sp modelId="{5D46CDCF-0A85-4579-894D-3B1B6DD35CFA}">
      <dsp:nvSpPr>
        <dsp:cNvPr id="0" name=""/>
        <dsp:cNvSpPr/>
      </dsp:nvSpPr>
      <dsp:spPr>
        <a:xfrm>
          <a:off x="519956" y="3427806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E43DFA-CEAD-4571-B154-6CF1801141DF}">
      <dsp:nvSpPr>
        <dsp:cNvPr id="0" name=""/>
        <dsp:cNvSpPr/>
      </dsp:nvSpPr>
      <dsp:spPr>
        <a:xfrm>
          <a:off x="753956" y="3661806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EE92C-D268-429C-8EED-2DF159C0465D}">
      <dsp:nvSpPr>
        <dsp:cNvPr id="0" name=""/>
        <dsp:cNvSpPr/>
      </dsp:nvSpPr>
      <dsp:spPr>
        <a:xfrm>
          <a:off x="168956" y="4867806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Desarrollo</a:t>
          </a:r>
        </a:p>
      </dsp:txBody>
      <dsp:txXfrm>
        <a:off x="168956" y="4867806"/>
        <a:ext cx="1800000" cy="855000"/>
      </dsp:txXfrm>
    </dsp:sp>
    <dsp:sp modelId="{1DD5D0A5-C5D9-468F-A24E-356EBF7268D5}">
      <dsp:nvSpPr>
        <dsp:cNvPr id="0" name=""/>
        <dsp:cNvSpPr/>
      </dsp:nvSpPr>
      <dsp:spPr>
        <a:xfrm>
          <a:off x="2634956" y="3427806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49DD7A-5369-4B32-93F4-D11C2D1349B1}">
      <dsp:nvSpPr>
        <dsp:cNvPr id="0" name=""/>
        <dsp:cNvSpPr/>
      </dsp:nvSpPr>
      <dsp:spPr>
        <a:xfrm>
          <a:off x="2868956" y="3661806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F1334-7D31-48DA-A8AE-4CB1A554721C}">
      <dsp:nvSpPr>
        <dsp:cNvPr id="0" name=""/>
        <dsp:cNvSpPr/>
      </dsp:nvSpPr>
      <dsp:spPr>
        <a:xfrm>
          <a:off x="2283956" y="4867806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Integración</a:t>
          </a:r>
        </a:p>
      </dsp:txBody>
      <dsp:txXfrm>
        <a:off x="2283956" y="4867806"/>
        <a:ext cx="1800000" cy="855000"/>
      </dsp:txXfrm>
    </dsp:sp>
    <dsp:sp modelId="{960F267E-7E8F-4DF7-9B9F-12FEE62F4551}">
      <dsp:nvSpPr>
        <dsp:cNvPr id="0" name=""/>
        <dsp:cNvSpPr/>
      </dsp:nvSpPr>
      <dsp:spPr>
        <a:xfrm>
          <a:off x="4749956" y="3427806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C530F7-A4AE-44CE-9BFF-985F8A2DD847}">
      <dsp:nvSpPr>
        <dsp:cNvPr id="0" name=""/>
        <dsp:cNvSpPr/>
      </dsp:nvSpPr>
      <dsp:spPr>
        <a:xfrm>
          <a:off x="4983956" y="3661806"/>
          <a:ext cx="630000" cy="63000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5C556D-1266-42F7-888C-86D2503F0C1C}">
      <dsp:nvSpPr>
        <dsp:cNvPr id="0" name=""/>
        <dsp:cNvSpPr/>
      </dsp:nvSpPr>
      <dsp:spPr>
        <a:xfrm>
          <a:off x="4398956" y="4867806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Pruebas</a:t>
          </a:r>
        </a:p>
      </dsp:txBody>
      <dsp:txXfrm>
        <a:off x="4398956" y="4867806"/>
        <a:ext cx="1800000" cy="85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9AC23-6539-4C5A-9B64-1E2C9A6094AD}">
      <dsp:nvSpPr>
        <dsp:cNvPr id="0" name=""/>
        <dsp:cNvSpPr/>
      </dsp:nvSpPr>
      <dsp:spPr>
        <a:xfrm>
          <a:off x="704911" y="510931"/>
          <a:ext cx="647841" cy="6478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CE0743-C711-42A5-9364-E60E5FBA2AD3}">
      <dsp:nvSpPr>
        <dsp:cNvPr id="0" name=""/>
        <dsp:cNvSpPr/>
      </dsp:nvSpPr>
      <dsp:spPr>
        <a:xfrm>
          <a:off x="309008" y="1419853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CU01 – Iniciar sesión: acceso seguro al sistema.</a:t>
          </a:r>
        </a:p>
      </dsp:txBody>
      <dsp:txXfrm>
        <a:off x="309008" y="1419853"/>
        <a:ext cx="1439648" cy="575859"/>
      </dsp:txXfrm>
    </dsp:sp>
    <dsp:sp modelId="{FE493A05-C918-46FE-AFEB-FFD9BD2AA5E0}">
      <dsp:nvSpPr>
        <dsp:cNvPr id="0" name=""/>
        <dsp:cNvSpPr/>
      </dsp:nvSpPr>
      <dsp:spPr>
        <a:xfrm>
          <a:off x="2396498" y="510931"/>
          <a:ext cx="647841" cy="6478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3D9508-A2A1-4279-9D86-6F5282594FAB}">
      <dsp:nvSpPr>
        <dsp:cNvPr id="0" name=""/>
        <dsp:cNvSpPr/>
      </dsp:nvSpPr>
      <dsp:spPr>
        <a:xfrm>
          <a:off x="2000595" y="1419853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CU03 – Escanear red: detectar y actualizar dispositivos activos.</a:t>
          </a:r>
        </a:p>
      </dsp:txBody>
      <dsp:txXfrm>
        <a:off x="2000595" y="1419853"/>
        <a:ext cx="1439648" cy="575859"/>
      </dsp:txXfrm>
    </dsp:sp>
    <dsp:sp modelId="{97F39C57-60E2-4198-A6ED-A57D0B6E6010}">
      <dsp:nvSpPr>
        <dsp:cNvPr id="0" name=""/>
        <dsp:cNvSpPr/>
      </dsp:nvSpPr>
      <dsp:spPr>
        <a:xfrm>
          <a:off x="4088085" y="510931"/>
          <a:ext cx="647841" cy="64784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026611-9440-4522-99A3-81165DD3EE80}">
      <dsp:nvSpPr>
        <dsp:cNvPr id="0" name=""/>
        <dsp:cNvSpPr/>
      </dsp:nvSpPr>
      <dsp:spPr>
        <a:xfrm>
          <a:off x="3692182" y="1419853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CU04 – Ver dispositivos activos: mostrar IP, MAC y usuario.</a:t>
          </a:r>
        </a:p>
      </dsp:txBody>
      <dsp:txXfrm>
        <a:off x="3692182" y="1419853"/>
        <a:ext cx="1439648" cy="575859"/>
      </dsp:txXfrm>
    </dsp:sp>
    <dsp:sp modelId="{C74A779E-BC08-4EC0-8A31-389F7D35D88E}">
      <dsp:nvSpPr>
        <dsp:cNvPr id="0" name=""/>
        <dsp:cNvSpPr/>
      </dsp:nvSpPr>
      <dsp:spPr>
        <a:xfrm>
          <a:off x="5779672" y="510931"/>
          <a:ext cx="647841" cy="64784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6D9030-BD18-4B8B-AD77-10836841911D}">
      <dsp:nvSpPr>
        <dsp:cNvPr id="0" name=""/>
        <dsp:cNvSpPr/>
      </dsp:nvSpPr>
      <dsp:spPr>
        <a:xfrm>
          <a:off x="5383769" y="1419853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CU11 – Visualizar métricas: dashboard con KPIs y alertas.</a:t>
          </a:r>
        </a:p>
      </dsp:txBody>
      <dsp:txXfrm>
        <a:off x="5383769" y="1419853"/>
        <a:ext cx="1439648" cy="575859"/>
      </dsp:txXfrm>
    </dsp:sp>
    <dsp:sp modelId="{F89E51CC-FFE6-4867-8613-63B47C8EDA5A}">
      <dsp:nvSpPr>
        <dsp:cNvPr id="0" name=""/>
        <dsp:cNvSpPr/>
      </dsp:nvSpPr>
      <dsp:spPr>
        <a:xfrm>
          <a:off x="7471259" y="510931"/>
          <a:ext cx="647841" cy="64784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7D4439-40B1-4AE1-9127-6F69AB216DDA}">
      <dsp:nvSpPr>
        <dsp:cNvPr id="0" name=""/>
        <dsp:cNvSpPr/>
      </dsp:nvSpPr>
      <dsp:spPr>
        <a:xfrm>
          <a:off x="7075356" y="1419853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CU13 – Registrar usuario de red: agregar nuevos usuarios.</a:t>
          </a:r>
        </a:p>
      </dsp:txBody>
      <dsp:txXfrm>
        <a:off x="7075356" y="1419853"/>
        <a:ext cx="1439648" cy="575859"/>
      </dsp:txXfrm>
    </dsp:sp>
    <dsp:sp modelId="{12CA2E79-E89A-467B-BD33-C62331B8E826}">
      <dsp:nvSpPr>
        <dsp:cNvPr id="0" name=""/>
        <dsp:cNvSpPr/>
      </dsp:nvSpPr>
      <dsp:spPr>
        <a:xfrm>
          <a:off x="9162846" y="510931"/>
          <a:ext cx="647841" cy="64784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B30098-48A2-4C34-A694-6B2BAF5334A6}">
      <dsp:nvSpPr>
        <dsp:cNvPr id="0" name=""/>
        <dsp:cNvSpPr/>
      </dsp:nvSpPr>
      <dsp:spPr>
        <a:xfrm>
          <a:off x="8766943" y="1419853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CU14 – Asignar usuario a dispositivo: vincular usuario con equipo.</a:t>
          </a:r>
        </a:p>
      </dsp:txBody>
      <dsp:txXfrm>
        <a:off x="8766943" y="1419853"/>
        <a:ext cx="1439648" cy="575859"/>
      </dsp:txXfrm>
    </dsp:sp>
    <dsp:sp modelId="{E41892C6-BB19-4753-BE9D-77A04B4237CB}">
      <dsp:nvSpPr>
        <dsp:cNvPr id="0" name=""/>
        <dsp:cNvSpPr/>
      </dsp:nvSpPr>
      <dsp:spPr>
        <a:xfrm>
          <a:off x="4933879" y="2355625"/>
          <a:ext cx="647841" cy="64784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109BAB-44C4-4723-B810-AB2C91A8403E}">
      <dsp:nvSpPr>
        <dsp:cNvPr id="0" name=""/>
        <dsp:cNvSpPr/>
      </dsp:nvSpPr>
      <dsp:spPr>
        <a:xfrm>
          <a:off x="4537975" y="3264547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CU17 – Analizar logs y alertas: revisar eventos y conflictos.</a:t>
          </a:r>
        </a:p>
      </dsp:txBody>
      <dsp:txXfrm>
        <a:off x="4537975" y="3264547"/>
        <a:ext cx="1439648" cy="5758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AF312A-21F9-4B1E-8006-970490360C47}">
      <dsp:nvSpPr>
        <dsp:cNvPr id="0" name=""/>
        <dsp:cNvSpPr/>
      </dsp:nvSpPr>
      <dsp:spPr>
        <a:xfrm>
          <a:off x="573393" y="1672806"/>
          <a:ext cx="1784250" cy="1784250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B9278A-5352-43DF-8E8F-D347C9C7F220}">
      <dsp:nvSpPr>
        <dsp:cNvPr id="0" name=""/>
        <dsp:cNvSpPr/>
      </dsp:nvSpPr>
      <dsp:spPr>
        <a:xfrm>
          <a:off x="953643" y="2053056"/>
          <a:ext cx="1023750" cy="10237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0298BE-9F99-4FFA-8123-2A4F12B84C05}">
      <dsp:nvSpPr>
        <dsp:cNvPr id="0" name=""/>
        <dsp:cNvSpPr/>
      </dsp:nvSpPr>
      <dsp:spPr>
        <a:xfrm>
          <a:off x="3018" y="4012806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Login: formulario simple con logo y campos de usuario/contraseña.</a:t>
          </a:r>
        </a:p>
      </dsp:txBody>
      <dsp:txXfrm>
        <a:off x="3018" y="4012806"/>
        <a:ext cx="2925000" cy="720000"/>
      </dsp:txXfrm>
    </dsp:sp>
    <dsp:sp modelId="{47361868-6123-4F79-B427-3C5312ABD3DE}">
      <dsp:nvSpPr>
        <dsp:cNvPr id="0" name=""/>
        <dsp:cNvSpPr/>
      </dsp:nvSpPr>
      <dsp:spPr>
        <a:xfrm>
          <a:off x="4010269" y="1672806"/>
          <a:ext cx="1784250" cy="1784250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B48997-3488-4F32-A795-2600D95185F9}">
      <dsp:nvSpPr>
        <dsp:cNvPr id="0" name=""/>
        <dsp:cNvSpPr/>
      </dsp:nvSpPr>
      <dsp:spPr>
        <a:xfrm>
          <a:off x="4390519" y="2053056"/>
          <a:ext cx="1023750" cy="10237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916F15-A5EC-4BBE-B985-B85D48F38765}">
      <dsp:nvSpPr>
        <dsp:cNvPr id="0" name=""/>
        <dsp:cNvSpPr/>
      </dsp:nvSpPr>
      <dsp:spPr>
        <a:xfrm>
          <a:off x="3439894" y="4012806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Dashboard: tarjetas con métricas de dispositivos activos, alertas y logs recientes, además de tablas de inventario DNS y resumen de red.</a:t>
          </a:r>
        </a:p>
      </dsp:txBody>
      <dsp:txXfrm>
        <a:off x="3439894" y="4012806"/>
        <a:ext cx="2925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Vista de una ciudad&#10;&#10;Descripción generada automáticamente">
            <a:extLst>
              <a:ext uri="{FF2B5EF4-FFF2-40B4-BE49-F238E27FC236}">
                <a16:creationId xmlns:a16="http://schemas.microsoft.com/office/drawing/2014/main" id="{15E1FBFF-3347-496D-99A1-DFB16468A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F3E43A05-558E-4AB4-8A61-B280805FE7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0" y="0"/>
            <a:ext cx="3387043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9FC8C93-64E0-40FA-BCCC-AE84C4637A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0" y="1113314"/>
            <a:ext cx="7531005" cy="17097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</a:t>
            </a:r>
            <a:br>
              <a:rPr lang="es-ES"/>
            </a:br>
            <a:r>
              <a:rPr lang="es-ES"/>
              <a:t>PRESENTACIÓN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2C6252-2DDB-43C0-8241-75FA02D53CF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50" y="5423227"/>
            <a:ext cx="7531005" cy="32145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Fecha</a:t>
            </a:r>
            <a:endParaRPr lang="es-CL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37A3CFA5-8624-405F-88D5-77DBFD476C4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3043" y="2832100"/>
            <a:ext cx="8358957" cy="4571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7331C72A-CEAF-43B1-BC2C-65EE3D4F9F1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192" y="3989714"/>
            <a:ext cx="913121" cy="1422074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7C16ECB8-BC9A-415C-9C71-1BF995F5C0A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76232" y="3839984"/>
            <a:ext cx="3929815" cy="3881596"/>
          </a:xfrm>
          <a:prstGeom prst="rect">
            <a:avLst/>
          </a:prstGeom>
        </p:spPr>
      </p:pic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9DA36818-F61B-4B28-B280-572A83C6FC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0" y="4114810"/>
            <a:ext cx="7531005" cy="755650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s-ES"/>
              <a:t>Área que presenta</a:t>
            </a:r>
            <a:endParaRPr lang="es-CL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90F2D1-CA48-4F24-8AB0-6D7C5222095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00" y="1827613"/>
            <a:ext cx="1968619" cy="68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12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A8FDDA-8140-4E23-9A8B-C8DBBABDA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Arial"/>
                <a:cs typeface="Arial"/>
              </a:rPr>
              <a:t>Avance 2 – Sistema de Gestión de IP y MAC con Nmap y Pi-hole</a:t>
            </a:r>
          </a:p>
          <a:p>
            <a:endParaRPr lang="en-US" noProof="1">
              <a:latin typeface="Arial"/>
              <a:cs typeface="Arial"/>
            </a:endParaRP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B00BC0CF-B17D-4A50-ABE9-4484FAE476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>
                <a:latin typeface="Arial"/>
                <a:cs typeface="Arial"/>
              </a:rPr>
              <a:t>Fecha: 12-11-2025</a:t>
            </a:r>
            <a:endParaRPr lang="es-CL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24A6EDC5-665D-4C54-9434-DB56AD78E3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s-CL" sz="1200" b="1" noProof="1">
                <a:latin typeface="Arial"/>
                <a:cs typeface="Arial"/>
              </a:rPr>
              <a:t>Autor:</a:t>
            </a:r>
            <a:r>
              <a:rPr lang="es-CL" sz="1200" noProof="1">
                <a:latin typeface="Arial"/>
                <a:cs typeface="Arial"/>
              </a:rPr>
              <a:t> Charlie Bailey Moya</a:t>
            </a:r>
            <a:br>
              <a:rPr lang="es-CL" sz="1200" noProof="1">
                <a:latin typeface="Arial"/>
                <a:cs typeface="Arial"/>
              </a:rPr>
            </a:br>
            <a:r>
              <a:rPr lang="es-CL" sz="1200" b="1" noProof="1">
                <a:latin typeface="Arial"/>
                <a:cs typeface="Arial"/>
              </a:rPr>
              <a:t>Carrera:</a:t>
            </a:r>
            <a:r>
              <a:rPr lang="es-CL" sz="1200" noProof="1">
                <a:latin typeface="Arial"/>
                <a:cs typeface="Arial"/>
              </a:rPr>
              <a:t> Programación y Análisis de Sistemas — AIEP Concepción</a:t>
            </a:r>
            <a:br>
              <a:rPr lang="es-CL" sz="1200" noProof="1">
                <a:latin typeface="Arial"/>
                <a:cs typeface="Arial"/>
              </a:rPr>
            </a:br>
            <a:r>
              <a:rPr lang="es-CL" sz="1200" b="1" noProof="1">
                <a:latin typeface="Arial"/>
                <a:cs typeface="Arial"/>
              </a:rPr>
              <a:t>Profesor Guía:</a:t>
            </a:r>
            <a:r>
              <a:rPr lang="es-CL" sz="1200" noProof="1">
                <a:latin typeface="Arial"/>
                <a:cs typeface="Arial"/>
              </a:rPr>
              <a:t> Víctor Valderrama</a:t>
            </a:r>
            <a:br>
              <a:rPr lang="es-CL" sz="1200" noProof="1">
                <a:latin typeface="Arial"/>
                <a:cs typeface="Arial"/>
              </a:rPr>
            </a:br>
            <a:r>
              <a:rPr lang="es-CL" sz="1200" b="1" noProof="1">
                <a:latin typeface="Arial"/>
                <a:cs typeface="Arial"/>
              </a:rPr>
              <a:t>Año:</a:t>
            </a:r>
            <a:r>
              <a:rPr lang="es-CL" sz="1200" noProof="1">
                <a:latin typeface="Arial"/>
                <a:cs typeface="Arial"/>
              </a:rPr>
              <a:t> 2025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655980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F6264E-6A77-BAD8-79F6-B684A1F63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🎯 Objetivo General</a:t>
            </a:r>
            <a:endParaRPr lang="en-US" sz="4000"/>
          </a:p>
          <a:p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8027B-9FEF-01B5-538B-02CEB4FA7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1900">
              <a:ea typeface="+mn-lt"/>
              <a:cs typeface="+mn-lt"/>
            </a:endParaRPr>
          </a:p>
          <a:p>
            <a:r>
              <a:rPr lang="en-US" sz="1900">
                <a:ea typeface="+mn-lt"/>
                <a:cs typeface="+mn-lt"/>
              </a:rPr>
              <a:t>Desarrollar un sistema de gestión de red que permita detectar, registrar y monitorear dispositivos conectados mediante el análisis de IP y MAC usando Nmap, complementado con la importación de registros DNS desde Pi-hole, integrando un panel web funcional (CRUD4) que administre dispositivos, usuarios, fabricantes y actividad de la red, con el fin de mejorar la visibilidad, control y seguridad de una red local.</a:t>
            </a:r>
          </a:p>
          <a:p>
            <a:endParaRPr lang="en-US" sz="1900"/>
          </a:p>
        </p:txBody>
      </p:sp>
      <p:pic>
        <p:nvPicPr>
          <p:cNvPr id="14" name="Picture 13" descr="Gráfico económico digital">
            <a:extLst>
              <a:ext uri="{FF2B5EF4-FFF2-40B4-BE49-F238E27FC236}">
                <a16:creationId xmlns:a16="http://schemas.microsoft.com/office/drawing/2014/main" id="{56AC92C9-AA2D-566A-430A-C3E61ED9C6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26" r="15717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758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21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B608959-5C2A-E3DB-7ADE-580C7048D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  <a:ea typeface="+mj-lt"/>
                <a:cs typeface="+mj-lt"/>
              </a:rPr>
              <a:t>🧱 Metodología</a:t>
            </a:r>
            <a:endParaRPr lang="en-US" sz="4800">
              <a:solidFill>
                <a:schemeClr val="bg1"/>
              </a:solidFill>
            </a:endParaRPr>
          </a:p>
          <a:p>
            <a:endParaRPr lang="en-US" sz="480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F39473-2EFF-989E-18D6-6ECEA8D3EE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2586775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6374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2AF4CE-42A7-AB38-B107-42014EB6B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>
                <a:ea typeface="+mj-lt"/>
                <a:cs typeface="+mj-lt"/>
              </a:rPr>
              <a:t>🛠️ Tecnologías Clave</a:t>
            </a:r>
            <a:endParaRPr lang="en-US" sz="3400"/>
          </a:p>
          <a:p>
            <a:endParaRPr lang="en-US" sz="340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E3021-8B10-C204-9571-9531B47BB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1800"/>
          </a:p>
          <a:p>
            <a:endParaRPr lang="en-US" sz="18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5ABA265-77E0-4851-A1CB-E393ECC6D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654246"/>
              </p:ext>
            </p:extLst>
          </p:nvPr>
        </p:nvGraphicFramePr>
        <p:xfrm>
          <a:off x="5890645" y="625683"/>
          <a:ext cx="5430766" cy="5551281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93128">
                  <a:extLst>
                    <a:ext uri="{9D8B030D-6E8A-4147-A177-3AD203B41FA5}">
                      <a16:colId xmlns:a16="http://schemas.microsoft.com/office/drawing/2014/main" val="3628789516"/>
                    </a:ext>
                  </a:extLst>
                </a:gridCol>
                <a:gridCol w="3237638">
                  <a:extLst>
                    <a:ext uri="{9D8B030D-6E8A-4147-A177-3AD203B41FA5}">
                      <a16:colId xmlns:a16="http://schemas.microsoft.com/office/drawing/2014/main" val="992490813"/>
                    </a:ext>
                  </a:extLst>
                </a:gridCol>
              </a:tblGrid>
              <a:tr h="501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300" noProof="0" dirty="0"/>
                        <a:t>Categoría</a:t>
                      </a:r>
                    </a:p>
                  </a:txBody>
                  <a:tcPr marL="115445" marR="115445" marT="57722" marB="57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/>
                        <a:t>Herramientas</a:t>
                      </a:r>
                    </a:p>
                  </a:txBody>
                  <a:tcPr marL="115445" marR="115445" marT="57722" marB="57722" anchor="ctr"/>
                </a:tc>
                <a:extLst>
                  <a:ext uri="{0D108BD9-81ED-4DB2-BD59-A6C34878D82A}">
                    <a16:rowId xmlns:a16="http://schemas.microsoft.com/office/drawing/2014/main" val="2416291282"/>
                  </a:ext>
                </a:extLst>
              </a:tr>
              <a:tr h="501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/>
                        <a:t>Backend</a:t>
                      </a:r>
                    </a:p>
                  </a:txBody>
                  <a:tcPr marL="115445" marR="115445" marT="57722" marB="57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/>
                        <a:t>PHP 8, MySQL 8</a:t>
                      </a:r>
                    </a:p>
                  </a:txBody>
                  <a:tcPr marL="115445" marR="115445" marT="57722" marB="57722" anchor="ctr"/>
                </a:tc>
                <a:extLst>
                  <a:ext uri="{0D108BD9-81ED-4DB2-BD59-A6C34878D82A}">
                    <a16:rowId xmlns:a16="http://schemas.microsoft.com/office/drawing/2014/main" val="983067299"/>
                  </a:ext>
                </a:extLst>
              </a:tr>
              <a:tr h="847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/>
                        <a:t>Frontend</a:t>
                      </a:r>
                    </a:p>
                  </a:txBody>
                  <a:tcPr marL="115445" marR="115445" marT="57722" marB="57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/>
                        <a:t>HTML5, CSS3, JavaScript</a:t>
                      </a:r>
                    </a:p>
                  </a:txBody>
                  <a:tcPr marL="115445" marR="115445" marT="57722" marB="57722" anchor="ctr"/>
                </a:tc>
                <a:extLst>
                  <a:ext uri="{0D108BD9-81ED-4DB2-BD59-A6C34878D82A}">
                    <a16:rowId xmlns:a16="http://schemas.microsoft.com/office/drawing/2014/main" val="4019116552"/>
                  </a:ext>
                </a:extLst>
              </a:tr>
              <a:tr h="501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 err="1"/>
                        <a:t>Servidor</a:t>
                      </a:r>
                      <a:r>
                        <a:rPr lang="en-US" sz="2300" dirty="0"/>
                        <a:t> local</a:t>
                      </a:r>
                    </a:p>
                  </a:txBody>
                  <a:tcPr marL="115445" marR="115445" marT="57722" marB="57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/>
                        <a:t>XAMPP, phpMyAdmin</a:t>
                      </a:r>
                    </a:p>
                  </a:txBody>
                  <a:tcPr marL="115445" marR="115445" marT="57722" marB="57722" anchor="ctr"/>
                </a:tc>
                <a:extLst>
                  <a:ext uri="{0D108BD9-81ED-4DB2-BD59-A6C34878D82A}">
                    <a16:rowId xmlns:a16="http://schemas.microsoft.com/office/drawing/2014/main" val="466163658"/>
                  </a:ext>
                </a:extLst>
              </a:tr>
              <a:tr h="501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err="1"/>
                        <a:t>Monitoreo</a:t>
                      </a:r>
                      <a:endParaRPr lang="en-US" sz="2300" dirty="0" err="1"/>
                    </a:p>
                  </a:txBody>
                  <a:tcPr marL="115445" marR="115445" marT="57722" marB="57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/>
                        <a:t>Nmap, Pi-hole</a:t>
                      </a:r>
                    </a:p>
                  </a:txBody>
                  <a:tcPr marL="115445" marR="115445" marT="57722" marB="57722" anchor="ctr"/>
                </a:tc>
                <a:extLst>
                  <a:ext uri="{0D108BD9-81ED-4DB2-BD59-A6C34878D82A}">
                    <a16:rowId xmlns:a16="http://schemas.microsoft.com/office/drawing/2014/main" val="992262385"/>
                  </a:ext>
                </a:extLst>
              </a:tr>
              <a:tr h="501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err="1"/>
                        <a:t>Contenedores</a:t>
                      </a:r>
                      <a:endParaRPr lang="en-US" sz="2300" dirty="0" err="1"/>
                    </a:p>
                  </a:txBody>
                  <a:tcPr marL="115445" marR="115445" marT="57722" marB="57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/>
                        <a:t>Docker</a:t>
                      </a:r>
                    </a:p>
                  </a:txBody>
                  <a:tcPr marL="115445" marR="115445" marT="57722" marB="57722" anchor="ctr"/>
                </a:tc>
                <a:extLst>
                  <a:ext uri="{0D108BD9-81ED-4DB2-BD59-A6C34878D82A}">
                    <a16:rowId xmlns:a16="http://schemas.microsoft.com/office/drawing/2014/main" val="3081161119"/>
                  </a:ext>
                </a:extLst>
              </a:tr>
              <a:tr h="847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/>
                        <a:t>Control de </a:t>
                      </a:r>
                      <a:r>
                        <a:rPr lang="en-US" sz="2300" dirty="0" err="1"/>
                        <a:t>versiones</a:t>
                      </a:r>
                    </a:p>
                  </a:txBody>
                  <a:tcPr marL="115445" marR="115445" marT="57722" marB="57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/>
                        <a:t>GitHub</a:t>
                      </a:r>
                    </a:p>
                  </a:txBody>
                  <a:tcPr marL="115445" marR="115445" marT="57722" marB="57722" anchor="ctr"/>
                </a:tc>
                <a:extLst>
                  <a:ext uri="{0D108BD9-81ED-4DB2-BD59-A6C34878D82A}">
                    <a16:rowId xmlns:a16="http://schemas.microsoft.com/office/drawing/2014/main" val="2496203785"/>
                  </a:ext>
                </a:extLst>
              </a:tr>
              <a:tr h="847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 err="1"/>
                        <a:t>Pruebas</a:t>
                      </a:r>
                      <a:r>
                        <a:rPr lang="en-US" sz="2300" dirty="0"/>
                        <a:t> / </a:t>
                      </a:r>
                      <a:r>
                        <a:rPr lang="en-US" sz="2300" dirty="0" err="1"/>
                        <a:t>Validación</a:t>
                      </a:r>
                    </a:p>
                  </a:txBody>
                  <a:tcPr marL="115445" marR="115445" marT="57722" marB="57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/>
                        <a:t>Casos de </a:t>
                      </a:r>
                      <a:r>
                        <a:rPr lang="en-US" sz="2300" dirty="0" err="1"/>
                        <a:t>prueba</a:t>
                      </a:r>
                      <a:r>
                        <a:rPr lang="en-US" sz="2300" dirty="0"/>
                        <a:t> </a:t>
                      </a:r>
                      <a:r>
                        <a:rPr lang="en-US" sz="2300" dirty="0" err="1"/>
                        <a:t>manuales</a:t>
                      </a:r>
                    </a:p>
                  </a:txBody>
                  <a:tcPr marL="115445" marR="115445" marT="57722" marB="57722" anchor="ctr"/>
                </a:tc>
                <a:extLst>
                  <a:ext uri="{0D108BD9-81ED-4DB2-BD59-A6C34878D82A}">
                    <a16:rowId xmlns:a16="http://schemas.microsoft.com/office/drawing/2014/main" val="3243162869"/>
                  </a:ext>
                </a:extLst>
              </a:tr>
              <a:tr h="501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err="1"/>
                        <a:t>Entorno</a:t>
                      </a:r>
                      <a:endParaRPr lang="en-US" sz="2300" dirty="0" err="1"/>
                    </a:p>
                  </a:txBody>
                  <a:tcPr marL="115445" marR="115445" marT="57722" marB="57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/>
                        <a:t>Windows 10 / 11</a:t>
                      </a:r>
                    </a:p>
                  </a:txBody>
                  <a:tcPr marL="115445" marR="115445" marT="57722" marB="57722" anchor="ctr"/>
                </a:tc>
                <a:extLst>
                  <a:ext uri="{0D108BD9-81ED-4DB2-BD59-A6C34878D82A}">
                    <a16:rowId xmlns:a16="http://schemas.microsoft.com/office/drawing/2014/main" val="3839694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6780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D27A24-DDEC-C8CE-DEB2-0D5EE5D2F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663" y="1270565"/>
            <a:ext cx="2880828" cy="3071906"/>
          </a:xfrm>
          <a:prstGeom prst="ellipse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⚙️ </a:t>
            </a:r>
            <a:r>
              <a:rPr lang="en-US" sz="2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Requerimientos</a:t>
            </a:r>
            <a:r>
              <a:rPr lang="en-US" sz="2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Funcionales</a:t>
            </a:r>
            <a:r>
              <a:rPr lang="en-US" sz="2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(</a:t>
            </a:r>
            <a:r>
              <a:rPr lang="en-US" sz="2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Principales</a:t>
            </a:r>
            <a:r>
              <a:rPr lang="en-US" sz="2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  <a:p>
            <a:endParaRPr lang="en-US" sz="2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8956F88-B5E5-222C-3523-3D686AEA94B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02428" y="740185"/>
          <a:ext cx="7225751" cy="5377633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085922">
                  <a:extLst>
                    <a:ext uri="{9D8B030D-6E8A-4147-A177-3AD203B41FA5}">
                      <a16:colId xmlns:a16="http://schemas.microsoft.com/office/drawing/2014/main" val="1097787248"/>
                    </a:ext>
                  </a:extLst>
                </a:gridCol>
                <a:gridCol w="1868687">
                  <a:extLst>
                    <a:ext uri="{9D8B030D-6E8A-4147-A177-3AD203B41FA5}">
                      <a16:colId xmlns:a16="http://schemas.microsoft.com/office/drawing/2014/main" val="2438091486"/>
                    </a:ext>
                  </a:extLst>
                </a:gridCol>
                <a:gridCol w="1321188">
                  <a:extLst>
                    <a:ext uri="{9D8B030D-6E8A-4147-A177-3AD203B41FA5}">
                      <a16:colId xmlns:a16="http://schemas.microsoft.com/office/drawing/2014/main" val="4251992575"/>
                    </a:ext>
                  </a:extLst>
                </a:gridCol>
                <a:gridCol w="1286830">
                  <a:extLst>
                    <a:ext uri="{9D8B030D-6E8A-4147-A177-3AD203B41FA5}">
                      <a16:colId xmlns:a16="http://schemas.microsoft.com/office/drawing/2014/main" val="817723466"/>
                    </a:ext>
                  </a:extLst>
                </a:gridCol>
                <a:gridCol w="1663124">
                  <a:extLst>
                    <a:ext uri="{9D8B030D-6E8A-4147-A177-3AD203B41FA5}">
                      <a16:colId xmlns:a16="http://schemas.microsoft.com/office/drawing/2014/main" val="3698783108"/>
                    </a:ext>
                  </a:extLst>
                </a:gridCol>
              </a:tblGrid>
              <a:tr h="4582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Descripción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Tipo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Prioridad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Responsable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7540"/>
                  </a:ext>
                </a:extLst>
              </a:tr>
              <a:tr h="939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RF01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Configurar rango de red, rutas y parámetros del sistema.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Configuración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Alta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Administrador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216774"/>
                  </a:ext>
                </a:extLst>
              </a:tr>
              <a:tr h="571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RF02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Autenticación y control de acceso con roles.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Seguridad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Alta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Sistema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630811"/>
                  </a:ext>
                </a:extLst>
              </a:tr>
              <a:tr h="571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RF03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Escaneo automático con Nmap.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Monitoreo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Alta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Sistema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035865"/>
                  </a:ext>
                </a:extLst>
              </a:tr>
              <a:tr h="755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RF06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Integración con Pi-hole para registrar consultas DNS.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Integración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Alta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Sistema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684424"/>
                  </a:ext>
                </a:extLst>
              </a:tr>
              <a:tr h="571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RF09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Dashboard con métricas de red y logs.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Visualización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Alta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Administrador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129484"/>
                  </a:ext>
                </a:extLst>
              </a:tr>
              <a:tr h="755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RF10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Detección de IP duplicadas y alertas automáticas.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Alerta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Alta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Sistema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878579"/>
                  </a:ext>
                </a:extLst>
              </a:tr>
              <a:tr h="755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RF11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Registro de auditoría de acciones del sistema.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Seguridad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Media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Sistema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3824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600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345287-C170-20D1-757C-A0674EF0E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6221B3-2F6C-9986-E7CC-665D53AF4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  <a:prstGeom prst="ellipse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2200">
                <a:solidFill>
                  <a:srgbClr val="FFFFFF"/>
                </a:solidFill>
              </a:rPr>
              <a:t> </a:t>
            </a:r>
            <a:r>
              <a:rPr lang="en-US" sz="2200">
                <a:solidFill>
                  <a:srgbClr val="FFFFFF"/>
                </a:solidFill>
                <a:ea typeface="+mj-lt"/>
                <a:cs typeface="+mj-lt"/>
              </a:rPr>
              <a:t>⚙️ </a:t>
            </a:r>
            <a:r>
              <a:rPr lang="en-US" sz="2200" err="1">
                <a:solidFill>
                  <a:srgbClr val="FFFFFF"/>
                </a:solidFill>
                <a:ea typeface="+mj-lt"/>
                <a:cs typeface="+mj-lt"/>
              </a:rPr>
              <a:t>Requerimientos</a:t>
            </a:r>
            <a:r>
              <a:rPr lang="en-US" sz="2200">
                <a:solidFill>
                  <a:srgbClr val="FFFFFF"/>
                </a:solidFill>
                <a:ea typeface="+mj-lt"/>
                <a:cs typeface="+mj-lt"/>
              </a:rPr>
              <a:t> No </a:t>
            </a:r>
            <a:r>
              <a:rPr lang="en-US" sz="2200" err="1">
                <a:solidFill>
                  <a:srgbClr val="FFFFFF"/>
                </a:solidFill>
                <a:ea typeface="+mj-lt"/>
                <a:cs typeface="+mj-lt"/>
              </a:rPr>
              <a:t>Funcionales</a:t>
            </a:r>
            <a:r>
              <a:rPr lang="en-US" sz="2200">
                <a:solidFill>
                  <a:srgbClr val="FFFFFF"/>
                </a:solidFill>
                <a:ea typeface="+mj-lt"/>
                <a:cs typeface="+mj-lt"/>
              </a:rPr>
              <a:t> (</a:t>
            </a:r>
            <a:r>
              <a:rPr lang="en-US" sz="2200" err="1">
                <a:solidFill>
                  <a:srgbClr val="FFFFFF"/>
                </a:solidFill>
                <a:ea typeface="+mj-lt"/>
                <a:cs typeface="+mj-lt"/>
              </a:rPr>
              <a:t>Principales</a:t>
            </a:r>
            <a:r>
              <a:rPr lang="en-US" sz="2200">
                <a:solidFill>
                  <a:srgbClr val="FFFFFF"/>
                </a:solidFill>
                <a:ea typeface="+mj-lt"/>
                <a:cs typeface="+mj-lt"/>
              </a:rPr>
              <a:t>)</a:t>
            </a:r>
            <a:endParaRPr lang="en-US" sz="2200">
              <a:solidFill>
                <a:srgbClr val="FFFFFF"/>
              </a:solidFill>
            </a:endParaRPr>
          </a:p>
          <a:p>
            <a:pPr algn="r"/>
            <a:endParaRPr lang="en-US" sz="2200" kern="1200">
              <a:solidFill>
                <a:srgbClr val="FFFFFF"/>
              </a:solidFill>
              <a:latin typeface="+mj-lt"/>
            </a:endParaRPr>
          </a:p>
          <a:p>
            <a:pPr algn="r"/>
            <a:endParaRPr lang="en-US" sz="2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017DB8E1-4DC4-0F32-F43E-D96BF38638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0906668"/>
              </p:ext>
            </p:extLst>
          </p:nvPr>
        </p:nvGraphicFramePr>
        <p:xfrm>
          <a:off x="4905052" y="1169129"/>
          <a:ext cx="6666835" cy="46165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31142">
                  <a:extLst>
                    <a:ext uri="{9D8B030D-6E8A-4147-A177-3AD203B41FA5}">
                      <a16:colId xmlns:a16="http://schemas.microsoft.com/office/drawing/2014/main" val="2556578347"/>
                    </a:ext>
                  </a:extLst>
                </a:gridCol>
                <a:gridCol w="2996907">
                  <a:extLst>
                    <a:ext uri="{9D8B030D-6E8A-4147-A177-3AD203B41FA5}">
                      <a16:colId xmlns:a16="http://schemas.microsoft.com/office/drawing/2014/main" val="98714292"/>
                    </a:ext>
                  </a:extLst>
                </a:gridCol>
                <a:gridCol w="1636897">
                  <a:extLst>
                    <a:ext uri="{9D8B030D-6E8A-4147-A177-3AD203B41FA5}">
                      <a16:colId xmlns:a16="http://schemas.microsoft.com/office/drawing/2014/main" val="1306997422"/>
                    </a:ext>
                  </a:extLst>
                </a:gridCol>
                <a:gridCol w="1101889">
                  <a:extLst>
                    <a:ext uri="{9D8B030D-6E8A-4147-A177-3AD203B41FA5}">
                      <a16:colId xmlns:a16="http://schemas.microsoft.com/office/drawing/2014/main" val="445301316"/>
                    </a:ext>
                  </a:extLst>
                </a:gridCol>
              </a:tblGrid>
              <a:tr h="60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Código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Descripción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Criterio de Calidad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Prioridad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209831"/>
                  </a:ext>
                </a:extLst>
              </a:tr>
              <a:tr h="60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RNF01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Desarrollado con PHP 8, MySQL 8, HTML5 y CSS3.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Compatibilidad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Alta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0428"/>
                  </a:ext>
                </a:extLst>
              </a:tr>
              <a:tr h="3641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RNF02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Interfaz responsiva y accesible.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Usabilidad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Alta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599868"/>
                  </a:ext>
                </a:extLst>
              </a:tr>
              <a:tr h="60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RNF03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Autenticación segura con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password_hash()</a:t>
                      </a:r>
                      <a:r>
                        <a:rPr lang="en-US" sz="1600"/>
                        <a:t>.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Seguridad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Alta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397996"/>
                  </a:ext>
                </a:extLst>
              </a:tr>
              <a:tr h="60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RNF05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Ejecución de Nmap sin privilegios root.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Portabilidad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Alta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186128"/>
                  </a:ext>
                </a:extLst>
              </a:tr>
              <a:tr h="60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RNF07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Tolerancia a fallos ante errores de conexión.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Fiabilidad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Alta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894935"/>
                  </a:ext>
                </a:extLst>
              </a:tr>
              <a:tr h="60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RNF09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Arquitectura modular basada en MVC.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Escalabilidad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Alta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050393"/>
                  </a:ext>
                </a:extLst>
              </a:tr>
              <a:tr h="60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RNF11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Escalabilidad para distintas topologías de red.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Flexibilidad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Media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796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0690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2BE977-6574-1B52-CAD9-9910F5CC0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💾 </a:t>
            </a:r>
            <a:r>
              <a:rPr lang="en-US" sz="4000" dirty="0" err="1">
                <a:ea typeface="+mj-lt"/>
                <a:cs typeface="+mj-lt"/>
              </a:rPr>
              <a:t>Diseño</a:t>
            </a:r>
            <a:r>
              <a:rPr lang="en-US" sz="4000" dirty="0">
                <a:ea typeface="+mj-lt"/>
                <a:cs typeface="+mj-lt"/>
              </a:rPr>
              <a:t> de Sistema (MER resumido)</a:t>
            </a:r>
            <a:endParaRPr lang="en-US" sz="4000" dirty="0"/>
          </a:p>
          <a:p>
            <a:endParaRPr lang="en-US" sz="400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8D36E4D-CFD5-D633-0958-0477F5A80B3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2497822"/>
          <a:ext cx="10820402" cy="301261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78941">
                  <a:extLst>
                    <a:ext uri="{9D8B030D-6E8A-4147-A177-3AD203B41FA5}">
                      <a16:colId xmlns:a16="http://schemas.microsoft.com/office/drawing/2014/main" val="1675861196"/>
                    </a:ext>
                  </a:extLst>
                </a:gridCol>
                <a:gridCol w="1356800">
                  <a:extLst>
                    <a:ext uri="{9D8B030D-6E8A-4147-A177-3AD203B41FA5}">
                      <a16:colId xmlns:a16="http://schemas.microsoft.com/office/drawing/2014/main" val="791878564"/>
                    </a:ext>
                  </a:extLst>
                </a:gridCol>
                <a:gridCol w="5184661">
                  <a:extLst>
                    <a:ext uri="{9D8B030D-6E8A-4147-A177-3AD203B41FA5}">
                      <a16:colId xmlns:a16="http://schemas.microsoft.com/office/drawing/2014/main" val="3225060477"/>
                    </a:ext>
                  </a:extLst>
                </a:gridCol>
              </a:tblGrid>
              <a:tr h="273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Relación</a:t>
                      </a:r>
                      <a:endParaRPr lang="en-US" sz="1200"/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Tipo</a:t>
                      </a:r>
                      <a:endParaRPr lang="en-US" sz="1200"/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Descripción breve</a:t>
                      </a:r>
                      <a:endParaRPr lang="en-US" sz="1200"/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547948"/>
                  </a:ext>
                </a:extLst>
              </a:tr>
              <a:tr h="273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usuario → rol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N:1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Varios usuarios del sistema comparten un rol determinado.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624721"/>
                  </a:ext>
                </a:extLst>
              </a:tr>
              <a:tr h="273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dispositivo → red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N:1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Una red agrupa múltiples dispositivos conectados.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867560"/>
                  </a:ext>
                </a:extLst>
              </a:tr>
              <a:tr h="273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dispositivo → vendor_oui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N:1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Un fabricante (OUI) puede proveer varios dispositivos.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394262"/>
                  </a:ext>
                </a:extLst>
              </a:tr>
              <a:tr h="273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usuario_red_dispositivo → usuario_red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N:1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Cada asignación pertenece a un usuario de red registrado.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382289"/>
                  </a:ext>
                </a:extLst>
              </a:tr>
              <a:tr h="273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usuario_red_dispositivo → dispositivo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N:1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Cada asignación vincula un dispositivo con un usuario de red.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009391"/>
                  </a:ext>
                </a:extLst>
              </a:tr>
              <a:tr h="273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access_logs → dispositivo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N:1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Un dispositivo puede generar múltiples registros de acceso.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5207031"/>
                  </a:ext>
                </a:extLst>
              </a:tr>
              <a:tr h="273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dns_logs → dispositivo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N:1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Un dispositivo puede generar múltiples consultas DNS.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712236"/>
                  </a:ext>
                </a:extLst>
              </a:tr>
              <a:tr h="273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alerta → dispositivo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N:1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Un dispositivo puede tener varias alertas registradas.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671000"/>
                  </a:ext>
                </a:extLst>
              </a:tr>
              <a:tr h="273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auditoria → usuario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N:1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Un usuario del sistema genera varias entradas de auditoría.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22303"/>
                  </a:ext>
                </a:extLst>
              </a:tr>
              <a:tr h="273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config → red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N:1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Una red tiene varias configuraciones asociadas.</a:t>
                      </a:r>
                    </a:p>
                  </a:txBody>
                  <a:tcPr marL="62244" marR="62244" marT="31122" marB="31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723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133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41D3A-C3E0-C902-3DF4-006AD04E1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C82352F-5111-E3A3-8749-A0112FD9CA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959" t="7745" r="15596" b="4539"/>
          <a:stretch>
            <a:fillRect/>
          </a:stretch>
        </p:blipFill>
        <p:spPr>
          <a:xfrm>
            <a:off x="727676" y="794"/>
            <a:ext cx="11208659" cy="686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989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9356-67A9-CC52-4276-EBEA4A00F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Casos de Uso </a:t>
            </a:r>
            <a:r>
              <a:rPr lang="es-CL" dirty="0">
                <a:ea typeface="+mj-lt"/>
                <a:cs typeface="+mj-lt"/>
              </a:rPr>
              <a:t>Principales</a:t>
            </a:r>
            <a:endParaRPr lang="es-CL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D175AF-4A87-8445-BB12-3ED412950CC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3344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23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F78AFB1-1310-5F3B-C246-3B31A5F47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  <a:ea typeface="+mj-lt"/>
                <a:cs typeface="+mj-lt"/>
              </a:rPr>
              <a:t>🧠 Wireframes (Demo)</a:t>
            </a:r>
            <a:endParaRPr lang="en-US" sz="4800">
              <a:solidFill>
                <a:schemeClr val="bg1"/>
              </a:solidFill>
            </a:endParaRPr>
          </a:p>
          <a:p>
            <a:endParaRPr lang="en-US" sz="4800">
              <a:solidFill>
                <a:schemeClr val="bg1"/>
              </a:solidFill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183FAD31-1724-0BAA-1307-02868D9AF8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9140785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5143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6CFA2-93CE-28BB-03C6-C8DD5A2BD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38DD2C7-52B8-22CF-34D7-81D824519C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831" r="-65" b="-106"/>
          <a:stretch>
            <a:fillRect/>
          </a:stretch>
        </p:blipFill>
        <p:spPr>
          <a:xfrm>
            <a:off x="837514" y="364633"/>
            <a:ext cx="10516986" cy="649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49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FDC73-4B5A-1AB0-9820-FDE249011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B097F39-EC48-BD76-A622-23D8EC8328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514" y="364632"/>
            <a:ext cx="10516972" cy="654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51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549CF5-6A5F-66B2-0143-F0E4154A6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🌐 Control de Versiones (GitHub)</a:t>
            </a:r>
            <a:endParaRPr lang="en-US" sz="4000"/>
          </a:p>
          <a:p>
            <a:endParaRPr lang="en-US" sz="400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0A1EBE2B-3B7C-4B8F-7DBC-EE46011BF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📦 Repositorio: github.com/charli-hash/gestion-ip-mac-redes </a:t>
            </a:r>
          </a:p>
          <a:p>
            <a:r>
              <a:rPr lang="en-US" sz="2000">
                <a:ea typeface="+mn-lt"/>
                <a:cs typeface="+mn-lt"/>
              </a:rPr>
              <a:t>🔹 Ramas: main (versión estable) y </a:t>
            </a:r>
          </a:p>
          <a:p>
            <a:r>
              <a:rPr lang="en-US" sz="2000">
                <a:ea typeface="+mn-lt"/>
                <a:cs typeface="+mn-lt"/>
              </a:rPr>
              <a:t>Avance2  (listo)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🧩 Gestión de Issues: un Issue por requerimiento funcional (RF). </a:t>
            </a:r>
          </a:p>
          <a:p>
            <a:r>
              <a:rPr lang="en-US" sz="2000">
                <a:ea typeface="+mn-lt"/>
                <a:cs typeface="+mn-lt"/>
              </a:rPr>
              <a:t>📋 Tablero Kanban: columnas To Do, In Progress y Done para seguimiento visual del progreso.</a:t>
            </a:r>
            <a:endParaRPr lang="en-US" sz="2000"/>
          </a:p>
          <a:p>
            <a:endParaRPr lang="en-US" sz="2000"/>
          </a:p>
        </p:txBody>
      </p:sp>
      <p:pic>
        <p:nvPicPr>
          <p:cNvPr id="34" name="Picture 33" descr="Un patrón en 3D de formas de anillos conectados por líneas">
            <a:extLst>
              <a:ext uri="{FF2B5EF4-FFF2-40B4-BE49-F238E27FC236}">
                <a16:creationId xmlns:a16="http://schemas.microsoft.com/office/drawing/2014/main" id="{AC9A02B8-800D-3B66-6749-2403D235C1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42" r="45579" b="7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1848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8B2218-1AE0-0A30-CDF0-6C3B6F684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glosario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32425E6-6AB1-4F44-89FC-9D154153C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>
                <a:ea typeface="+mn-lt"/>
                <a:cs typeface="+mn-lt"/>
              </a:rPr>
              <a:t>MAC Address: Identificador único de cada tarjeta de red.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IP Address: Dirección usada por los dispositivos para comunicarse en la red.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Nmap: Herramienta que detecta dispositivos, IP y MAC en la red.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Pi-hole: Servidor DNS que registra todas las consultas de los dispositivos.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DNS Log: Archivo donde Pi-hole guarda qué dominios fueron consultados.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CRUD: Conjunto de acciones básicas: Crear, Leer, Actualizar y Eliminar.</a:t>
            </a:r>
            <a:endParaRPr lang="en-US" sz="1700"/>
          </a:p>
        </p:txBody>
      </p:sp>
      <p:pic>
        <p:nvPicPr>
          <p:cNvPr id="24" name="Picture 23" descr="Placa brillante de circuito impreso">
            <a:extLst>
              <a:ext uri="{FF2B5EF4-FFF2-40B4-BE49-F238E27FC236}">
                <a16:creationId xmlns:a16="http://schemas.microsoft.com/office/drawing/2014/main" id="{1BA21735-941C-AA35-65A5-BD51255FCB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986" r="4701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490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2E46642-6514-6AAD-8B09-B388825D7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62071-3123-43F7-2C1F-E8357785B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En este avance se consolidó la base del sistema de gestión de red, integrando el escaneo con Nmap, el inventario de dispositivos y la importación de consultas DNS desde Pi-hole. El panel web CRUD4 quedó funcional y la base de datos organizada para soportar las próximas etapas. El sistema ya permite visualizar la actividad de red de forma clara y estructurada, dejando preparado el entorno para el Avance 3, donde se realizarán pruebas, detección de errores y mejoras.</a:t>
            </a:r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7606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Tema de Office</vt:lpstr>
      <vt:lpstr>Avance 2 – Sistema de Gestión de IP y MAC con Nmap y Pi-hole </vt:lpstr>
      <vt:lpstr>🎯 Objetivo General </vt:lpstr>
      <vt:lpstr>🧱 Metodología </vt:lpstr>
      <vt:lpstr>🛠️ Tecnologías Clave </vt:lpstr>
      <vt:lpstr>⚙️ Requerimientos Funcionales (Principales) </vt:lpstr>
      <vt:lpstr> ⚙️ Requerimientos No Funcionales (Principales)  </vt:lpstr>
      <vt:lpstr>💾 Diseño de Sistema (MER resumido) </vt:lpstr>
      <vt:lpstr>PowerPoint Presentation</vt:lpstr>
      <vt:lpstr>Casos de Uso Principales</vt:lpstr>
      <vt:lpstr>🧠 Wireframes (Demo) </vt:lpstr>
      <vt:lpstr>PowerPoint Presentation</vt:lpstr>
      <vt:lpstr>PowerPoint Presentation</vt:lpstr>
      <vt:lpstr>🌐 Control de Versiones (GitHub) </vt:lpstr>
      <vt:lpstr>glosario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39</cp:revision>
  <dcterms:created xsi:type="dcterms:W3CDTF">2012-07-30T22:48:03Z</dcterms:created>
  <dcterms:modified xsi:type="dcterms:W3CDTF">2025-11-25T05:32:16Z</dcterms:modified>
</cp:coreProperties>
</file>